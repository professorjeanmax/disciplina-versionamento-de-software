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61.webp" ContentType="image/webp"/>
  <Override PartName="/ppt/media/image74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145"/>
  </p:handoutMasterIdLst>
  <p:sldIdLst>
    <p:sldId id="256" r:id="rId3"/>
    <p:sldId id="261" r:id="rId4"/>
    <p:sldId id="262" r:id="rId5"/>
    <p:sldId id="275" r:id="rId6"/>
    <p:sldId id="460" r:id="rId8"/>
    <p:sldId id="273" r:id="rId9"/>
    <p:sldId id="461" r:id="rId10"/>
    <p:sldId id="274" r:id="rId11"/>
    <p:sldId id="264" r:id="rId12"/>
    <p:sldId id="265" r:id="rId13"/>
    <p:sldId id="276" r:id="rId14"/>
    <p:sldId id="277" r:id="rId15"/>
    <p:sldId id="278" r:id="rId16"/>
    <p:sldId id="280" r:id="rId17"/>
    <p:sldId id="279" r:id="rId18"/>
    <p:sldId id="281" r:id="rId19"/>
    <p:sldId id="266" r:id="rId20"/>
    <p:sldId id="282" r:id="rId21"/>
    <p:sldId id="267" r:id="rId22"/>
    <p:sldId id="268" r:id="rId23"/>
    <p:sldId id="269" r:id="rId24"/>
    <p:sldId id="459" r:id="rId25"/>
    <p:sldId id="270" r:id="rId26"/>
    <p:sldId id="272" r:id="rId27"/>
    <p:sldId id="286" r:id="rId28"/>
    <p:sldId id="288" r:id="rId29"/>
    <p:sldId id="287" r:id="rId30"/>
    <p:sldId id="291" r:id="rId31"/>
    <p:sldId id="289" r:id="rId32"/>
    <p:sldId id="298" r:id="rId33"/>
    <p:sldId id="292" r:id="rId34"/>
    <p:sldId id="290" r:id="rId35"/>
    <p:sldId id="293" r:id="rId36"/>
    <p:sldId id="294" r:id="rId37"/>
    <p:sldId id="296" r:id="rId38"/>
    <p:sldId id="297" r:id="rId39"/>
    <p:sldId id="329" r:id="rId40"/>
    <p:sldId id="299" r:id="rId41"/>
    <p:sldId id="462" r:id="rId42"/>
    <p:sldId id="303" r:id="rId43"/>
    <p:sldId id="304" r:id="rId44"/>
    <p:sldId id="311" r:id="rId45"/>
    <p:sldId id="305" r:id="rId46"/>
    <p:sldId id="313" r:id="rId47"/>
    <p:sldId id="306" r:id="rId48"/>
    <p:sldId id="320" r:id="rId49"/>
    <p:sldId id="332" r:id="rId50"/>
    <p:sldId id="333" r:id="rId51"/>
    <p:sldId id="334" r:id="rId52"/>
    <p:sldId id="335" r:id="rId53"/>
    <p:sldId id="307" r:id="rId54"/>
    <p:sldId id="337" r:id="rId55"/>
    <p:sldId id="349" r:id="rId56"/>
    <p:sldId id="339" r:id="rId57"/>
    <p:sldId id="340" r:id="rId58"/>
    <p:sldId id="414" r:id="rId59"/>
    <p:sldId id="416" r:id="rId60"/>
    <p:sldId id="415" r:id="rId61"/>
    <p:sldId id="417" r:id="rId62"/>
    <p:sldId id="418" r:id="rId63"/>
    <p:sldId id="419" r:id="rId64"/>
    <p:sldId id="421" r:id="rId65"/>
    <p:sldId id="423" r:id="rId66"/>
    <p:sldId id="425" r:id="rId67"/>
    <p:sldId id="424" r:id="rId68"/>
    <p:sldId id="426" r:id="rId69"/>
    <p:sldId id="427" r:id="rId70"/>
    <p:sldId id="471" r:id="rId71"/>
    <p:sldId id="430" r:id="rId72"/>
    <p:sldId id="432" r:id="rId73"/>
    <p:sldId id="434" r:id="rId74"/>
    <p:sldId id="433" r:id="rId75"/>
    <p:sldId id="472" r:id="rId76"/>
    <p:sldId id="473" r:id="rId77"/>
    <p:sldId id="474" r:id="rId78"/>
    <p:sldId id="475" r:id="rId79"/>
    <p:sldId id="476" r:id="rId80"/>
    <p:sldId id="463" r:id="rId81"/>
    <p:sldId id="464" r:id="rId82"/>
    <p:sldId id="468" r:id="rId83"/>
    <p:sldId id="465" r:id="rId84"/>
    <p:sldId id="466" r:id="rId85"/>
    <p:sldId id="467" r:id="rId86"/>
    <p:sldId id="478" r:id="rId87"/>
    <p:sldId id="479" r:id="rId88"/>
    <p:sldId id="435" r:id="rId89"/>
    <p:sldId id="437" r:id="rId90"/>
    <p:sldId id="482" r:id="rId91"/>
    <p:sldId id="436" r:id="rId92"/>
    <p:sldId id="442" r:id="rId93"/>
    <p:sldId id="440" r:id="rId94"/>
    <p:sldId id="443" r:id="rId95"/>
    <p:sldId id="439" r:id="rId96"/>
    <p:sldId id="444" r:id="rId97"/>
    <p:sldId id="431" r:id="rId98"/>
    <p:sldId id="445" r:id="rId99"/>
    <p:sldId id="447" r:id="rId100"/>
    <p:sldId id="480" r:id="rId101"/>
    <p:sldId id="343" r:id="rId102"/>
    <p:sldId id="351" r:id="rId103"/>
    <p:sldId id="350" r:id="rId104"/>
    <p:sldId id="362" r:id="rId105"/>
    <p:sldId id="361" r:id="rId106"/>
    <p:sldId id="405" r:id="rId107"/>
    <p:sldId id="408" r:id="rId108"/>
    <p:sldId id="406" r:id="rId109"/>
    <p:sldId id="407" r:id="rId110"/>
    <p:sldId id="356" r:id="rId111"/>
    <p:sldId id="353" r:id="rId112"/>
    <p:sldId id="354" r:id="rId113"/>
    <p:sldId id="355" r:id="rId114"/>
    <p:sldId id="357" r:id="rId115"/>
    <p:sldId id="358" r:id="rId116"/>
    <p:sldId id="359" r:id="rId117"/>
    <p:sldId id="367" r:id="rId118"/>
    <p:sldId id="453" r:id="rId119"/>
    <p:sldId id="454" r:id="rId120"/>
    <p:sldId id="456" r:id="rId121"/>
    <p:sldId id="458" r:id="rId122"/>
    <p:sldId id="457" r:id="rId123"/>
    <p:sldId id="371" r:id="rId124"/>
    <p:sldId id="377" r:id="rId125"/>
    <p:sldId id="372" r:id="rId126"/>
    <p:sldId id="379" r:id="rId127"/>
    <p:sldId id="388" r:id="rId128"/>
    <p:sldId id="380" r:id="rId129"/>
    <p:sldId id="381" r:id="rId130"/>
    <p:sldId id="382" r:id="rId131"/>
    <p:sldId id="384" r:id="rId132"/>
    <p:sldId id="389" r:id="rId133"/>
    <p:sldId id="373" r:id="rId134"/>
    <p:sldId id="390" r:id="rId135"/>
    <p:sldId id="386" r:id="rId136"/>
    <p:sldId id="391" r:id="rId137"/>
    <p:sldId id="374" r:id="rId138"/>
    <p:sldId id="378" r:id="rId139"/>
    <p:sldId id="392" r:id="rId140"/>
    <p:sldId id="394" r:id="rId141"/>
    <p:sldId id="393" r:id="rId142"/>
    <p:sldId id="375" r:id="rId143"/>
    <p:sldId id="450" r:id="rId14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941C"/>
    <a:srgbClr val="00408C"/>
    <a:srgbClr val="E6E6E6"/>
    <a:srgbClr val="B2B2B2"/>
    <a:srgbClr val="202020"/>
    <a:srgbClr val="323232"/>
    <a:srgbClr val="CC3300"/>
    <a:srgbClr val="CC0000"/>
    <a:srgbClr val="FF3300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60"/>
        <p:guide pos="372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notesMaster" Target="notesMasters/notesMaster1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8" Type="http://schemas.openxmlformats.org/officeDocument/2006/relationships/tableStyles" Target="tableStyles.xml"/><Relationship Id="rId147" Type="http://schemas.openxmlformats.org/officeDocument/2006/relationships/viewProps" Target="viewProps.xml"/><Relationship Id="rId146" Type="http://schemas.openxmlformats.org/officeDocument/2006/relationships/presProps" Target="presProps.xml"/><Relationship Id="rId145" Type="http://schemas.openxmlformats.org/officeDocument/2006/relationships/handoutMaster" Target="handoutMasters/handoutMaster1.xml"/><Relationship Id="rId144" Type="http://schemas.openxmlformats.org/officeDocument/2006/relationships/slide" Target="slides/slide141.xml"/><Relationship Id="rId143" Type="http://schemas.openxmlformats.org/officeDocument/2006/relationships/slide" Target="slides/slide140.xml"/><Relationship Id="rId142" Type="http://schemas.openxmlformats.org/officeDocument/2006/relationships/slide" Target="slides/slide139.xml"/><Relationship Id="rId141" Type="http://schemas.openxmlformats.org/officeDocument/2006/relationships/slide" Target="slides/slide138.xml"/><Relationship Id="rId140" Type="http://schemas.openxmlformats.org/officeDocument/2006/relationships/slide" Target="slides/slide137.xml"/><Relationship Id="rId14" Type="http://schemas.openxmlformats.org/officeDocument/2006/relationships/slide" Target="slides/slide11.xml"/><Relationship Id="rId139" Type="http://schemas.openxmlformats.org/officeDocument/2006/relationships/slide" Target="slides/slide136.xml"/><Relationship Id="rId138" Type="http://schemas.openxmlformats.org/officeDocument/2006/relationships/slide" Target="slides/slide135.xml"/><Relationship Id="rId137" Type="http://schemas.openxmlformats.org/officeDocument/2006/relationships/slide" Target="slides/slide134.xml"/><Relationship Id="rId136" Type="http://schemas.openxmlformats.org/officeDocument/2006/relationships/slide" Target="slides/slide133.xml"/><Relationship Id="rId135" Type="http://schemas.openxmlformats.org/officeDocument/2006/relationships/slide" Target="slides/slide132.xml"/><Relationship Id="rId134" Type="http://schemas.openxmlformats.org/officeDocument/2006/relationships/slide" Target="slides/slide131.xml"/><Relationship Id="rId133" Type="http://schemas.openxmlformats.org/officeDocument/2006/relationships/slide" Target="slides/slide130.xml"/><Relationship Id="rId132" Type="http://schemas.openxmlformats.org/officeDocument/2006/relationships/slide" Target="slides/slide129.xml"/><Relationship Id="rId131" Type="http://schemas.openxmlformats.org/officeDocument/2006/relationships/slide" Target="slides/slide128.xml"/><Relationship Id="rId130" Type="http://schemas.openxmlformats.org/officeDocument/2006/relationships/slide" Target="slides/slide127.xml"/><Relationship Id="rId13" Type="http://schemas.openxmlformats.org/officeDocument/2006/relationships/slide" Target="slides/slide10.xml"/><Relationship Id="rId129" Type="http://schemas.openxmlformats.org/officeDocument/2006/relationships/slide" Target="slides/slide126.xml"/><Relationship Id="rId128" Type="http://schemas.openxmlformats.org/officeDocument/2006/relationships/slide" Target="slides/slide125.xml"/><Relationship Id="rId127" Type="http://schemas.openxmlformats.org/officeDocument/2006/relationships/slide" Target="slides/slide124.xml"/><Relationship Id="rId126" Type="http://schemas.openxmlformats.org/officeDocument/2006/relationships/slide" Target="slides/slide123.xml"/><Relationship Id="rId125" Type="http://schemas.openxmlformats.org/officeDocument/2006/relationships/slide" Target="slides/slide122.xml"/><Relationship Id="rId124" Type="http://schemas.openxmlformats.org/officeDocument/2006/relationships/slide" Target="slides/slide121.xml"/><Relationship Id="rId123" Type="http://schemas.openxmlformats.org/officeDocument/2006/relationships/slide" Target="slides/slide120.xml"/><Relationship Id="rId122" Type="http://schemas.openxmlformats.org/officeDocument/2006/relationships/slide" Target="slides/slide119.xml"/><Relationship Id="rId121" Type="http://schemas.openxmlformats.org/officeDocument/2006/relationships/slide" Target="slides/slide118.xml"/><Relationship Id="rId120" Type="http://schemas.openxmlformats.org/officeDocument/2006/relationships/slide" Target="slides/slide117.xml"/><Relationship Id="rId12" Type="http://schemas.openxmlformats.org/officeDocument/2006/relationships/slide" Target="slides/slide9.xml"/><Relationship Id="rId119" Type="http://schemas.openxmlformats.org/officeDocument/2006/relationships/slide" Target="slides/slide116.xml"/><Relationship Id="rId118" Type="http://schemas.openxmlformats.org/officeDocument/2006/relationships/slide" Target="slides/slide115.xml"/><Relationship Id="rId117" Type="http://schemas.openxmlformats.org/officeDocument/2006/relationships/slide" Target="slides/slide114.xml"/><Relationship Id="rId116" Type="http://schemas.openxmlformats.org/officeDocument/2006/relationships/slide" Target="slides/slide113.xml"/><Relationship Id="rId115" Type="http://schemas.openxmlformats.org/officeDocument/2006/relationships/slide" Target="slides/slide112.xml"/><Relationship Id="rId114" Type="http://schemas.openxmlformats.org/officeDocument/2006/relationships/slide" Target="slides/slide111.xml"/><Relationship Id="rId113" Type="http://schemas.openxmlformats.org/officeDocument/2006/relationships/slide" Target="slides/slide110.xml"/><Relationship Id="rId112" Type="http://schemas.openxmlformats.org/officeDocument/2006/relationships/slide" Target="slides/slide109.xml"/><Relationship Id="rId111" Type="http://schemas.openxmlformats.org/officeDocument/2006/relationships/slide" Target="slides/slide108.xml"/><Relationship Id="rId110" Type="http://schemas.openxmlformats.org/officeDocument/2006/relationships/slide" Target="slides/slide107.xml"/><Relationship Id="rId11" Type="http://schemas.openxmlformats.org/officeDocument/2006/relationships/slide" Target="slides/slide8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2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3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7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9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O Git </a:t>
            </a:r>
            <a:r>
              <a:rPr lang="en-US" altLang="en-US">
                <a:sym typeface="+mn-ea"/>
              </a:rPr>
              <a:t>é</a:t>
            </a:r>
            <a:r>
              <a:rPr lang="en-US" altLang="pt-BR">
                <a:sym typeface="+mn-ea"/>
              </a:rPr>
              <a:t> um sistema de controle de vers</a:t>
            </a:r>
            <a:r>
              <a:rPr lang="en-US" altLang="en-US">
                <a:sym typeface="+mn-ea"/>
              </a:rPr>
              <a:t>ã</a:t>
            </a:r>
            <a:r>
              <a:rPr lang="en-US" altLang="pt-BR">
                <a:sym typeface="+mn-ea"/>
              </a:rPr>
              <a:t>o distribu</a:t>
            </a:r>
            <a:r>
              <a:rPr lang="en-US" altLang="en-US">
                <a:sym typeface="+mn-ea"/>
              </a:rPr>
              <a:t>í</a:t>
            </a:r>
            <a:r>
              <a:rPr lang="en-US" altLang="pt-BR">
                <a:sym typeface="+mn-ea"/>
              </a:rPr>
              <a:t>do. Ele ajuda a gerenciar altera</a:t>
            </a:r>
            <a:r>
              <a:rPr lang="en-US" altLang="en-US">
                <a:sym typeface="+mn-ea"/>
              </a:rPr>
              <a:t>çõ</a:t>
            </a:r>
            <a:r>
              <a:rPr lang="en-US" altLang="pt-BR">
                <a:sym typeface="+mn-ea"/>
              </a:rPr>
              <a:t>es no c</a:t>
            </a:r>
            <a:r>
              <a:rPr lang="en-US" altLang="en-US">
                <a:sym typeface="+mn-ea"/>
              </a:rPr>
              <a:t>ó</a:t>
            </a:r>
            <a:r>
              <a:rPr lang="en-US" altLang="pt-BR">
                <a:sym typeface="+mn-ea"/>
              </a:rPr>
              <a:t>digo-fonte de projetos, oferecendo ferramentas para: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Criar um hist</a:t>
            </a:r>
            <a:r>
              <a:rPr lang="en-US" altLang="en-US">
                <a:sym typeface="+mn-ea"/>
              </a:rPr>
              <a:t>ó</a:t>
            </a:r>
            <a:r>
              <a:rPr lang="en-US" altLang="pt-BR">
                <a:sym typeface="+mn-ea"/>
              </a:rPr>
              <a:t>rico de mudan</a:t>
            </a:r>
            <a:r>
              <a:rPr lang="en-US" altLang="en-US">
                <a:sym typeface="+mn-ea"/>
              </a:rPr>
              <a:t>ç</a:t>
            </a:r>
            <a:r>
              <a:rPr lang="en-US" altLang="pt-BR">
                <a:sym typeface="+mn-ea"/>
              </a:rPr>
              <a:t>as.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Trabalhar em diferentes funcionalidades ao mesmo tempo por meio de ramifica</a:t>
            </a:r>
            <a:r>
              <a:rPr lang="en-US" altLang="en-US">
                <a:sym typeface="+mn-ea"/>
              </a:rPr>
              <a:t>çõ</a:t>
            </a:r>
            <a:r>
              <a:rPr lang="en-US" altLang="pt-BR">
                <a:sym typeface="+mn-ea"/>
              </a:rPr>
              <a:t>es (branches).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Unir altera</a:t>
            </a:r>
            <a:r>
              <a:rPr lang="en-US" altLang="en-US">
                <a:sym typeface="+mn-ea"/>
              </a:rPr>
              <a:t>çõ</a:t>
            </a:r>
            <a:r>
              <a:rPr lang="en-US" altLang="pt-BR">
                <a:sym typeface="+mn-ea"/>
              </a:rPr>
              <a:t>es de v</a:t>
            </a:r>
            <a:r>
              <a:rPr lang="en-US" altLang="en-US">
                <a:sym typeface="+mn-ea"/>
              </a:rPr>
              <a:t>á</a:t>
            </a:r>
            <a:r>
              <a:rPr lang="en-US" altLang="pt-BR">
                <a:sym typeface="+mn-ea"/>
              </a:rPr>
              <a:t>rias pessoas de forma eficiente.</a:t>
            </a:r>
            <a:endParaRPr lang="pt-B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O Git </a:t>
            </a:r>
            <a:r>
              <a:rPr lang="en-US" altLang="en-US">
                <a:sym typeface="+mn-ea"/>
              </a:rPr>
              <a:t>é</a:t>
            </a:r>
            <a:r>
              <a:rPr lang="en-US" altLang="pt-BR">
                <a:sym typeface="+mn-ea"/>
              </a:rPr>
              <a:t> um sistema de controle de vers</a:t>
            </a:r>
            <a:r>
              <a:rPr lang="en-US" altLang="en-US">
                <a:sym typeface="+mn-ea"/>
              </a:rPr>
              <a:t>ã</a:t>
            </a:r>
            <a:r>
              <a:rPr lang="en-US" altLang="pt-BR">
                <a:sym typeface="+mn-ea"/>
              </a:rPr>
              <a:t>o distribu</a:t>
            </a:r>
            <a:r>
              <a:rPr lang="en-US" altLang="en-US">
                <a:sym typeface="+mn-ea"/>
              </a:rPr>
              <a:t>í</a:t>
            </a:r>
            <a:r>
              <a:rPr lang="en-US" altLang="pt-BR">
                <a:sym typeface="+mn-ea"/>
              </a:rPr>
              <a:t>do. Ele ajuda a gerenciar altera</a:t>
            </a:r>
            <a:r>
              <a:rPr lang="en-US" altLang="en-US">
                <a:sym typeface="+mn-ea"/>
              </a:rPr>
              <a:t>çõ</a:t>
            </a:r>
            <a:r>
              <a:rPr lang="en-US" altLang="pt-BR">
                <a:sym typeface="+mn-ea"/>
              </a:rPr>
              <a:t>es no c</a:t>
            </a:r>
            <a:r>
              <a:rPr lang="en-US" altLang="en-US">
                <a:sym typeface="+mn-ea"/>
              </a:rPr>
              <a:t>ó</a:t>
            </a:r>
            <a:r>
              <a:rPr lang="en-US" altLang="pt-BR">
                <a:sym typeface="+mn-ea"/>
              </a:rPr>
              <a:t>digo-fonte de projetos, oferecendo ferramentas para: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Criar um hist</a:t>
            </a:r>
            <a:r>
              <a:rPr lang="en-US" altLang="en-US">
                <a:sym typeface="+mn-ea"/>
              </a:rPr>
              <a:t>ó</a:t>
            </a:r>
            <a:r>
              <a:rPr lang="en-US" altLang="pt-BR">
                <a:sym typeface="+mn-ea"/>
              </a:rPr>
              <a:t>rico de mudan</a:t>
            </a:r>
            <a:r>
              <a:rPr lang="en-US" altLang="en-US">
                <a:sym typeface="+mn-ea"/>
              </a:rPr>
              <a:t>ç</a:t>
            </a:r>
            <a:r>
              <a:rPr lang="en-US" altLang="pt-BR">
                <a:sym typeface="+mn-ea"/>
              </a:rPr>
              <a:t>as.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Trabalhar em diferentes funcionalidades ao mesmo tempo por meio de ramifica</a:t>
            </a:r>
            <a:r>
              <a:rPr lang="en-US" altLang="en-US">
                <a:sym typeface="+mn-ea"/>
              </a:rPr>
              <a:t>çõ</a:t>
            </a:r>
            <a:r>
              <a:rPr lang="en-US" altLang="pt-BR">
                <a:sym typeface="+mn-ea"/>
              </a:rPr>
              <a:t>es (branches).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Unir altera</a:t>
            </a:r>
            <a:r>
              <a:rPr lang="en-US" altLang="en-US">
                <a:sym typeface="+mn-ea"/>
              </a:rPr>
              <a:t>çõ</a:t>
            </a:r>
            <a:r>
              <a:rPr lang="en-US" altLang="pt-BR">
                <a:sym typeface="+mn-ea"/>
              </a:rPr>
              <a:t>es de v</a:t>
            </a:r>
            <a:r>
              <a:rPr lang="en-US" altLang="en-US">
                <a:sym typeface="+mn-ea"/>
              </a:rPr>
              <a:t>á</a:t>
            </a:r>
            <a:r>
              <a:rPr lang="en-US" altLang="pt-BR">
                <a:sym typeface="+mn-ea"/>
              </a:rPr>
              <a:t>rias pessoas de forma eficiente.</a:t>
            </a:r>
            <a:endParaRPr lang="pt-B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O GitHub </a:t>
            </a:r>
            <a:r>
              <a:rPr lang="en-US" altLang="en-US">
                <a:sym typeface="+mn-ea"/>
              </a:rPr>
              <a:t>é</a:t>
            </a:r>
            <a:r>
              <a:rPr lang="en-US" altLang="pt-BR">
                <a:sym typeface="+mn-ea"/>
              </a:rPr>
              <a:t> uma plataforma que utiliza o Git como base para hospedar projetos online. Ele permite: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Backup: armazenar seu c</a:t>
            </a:r>
            <a:r>
              <a:rPr lang="en-US" altLang="en-US">
                <a:sym typeface="+mn-ea"/>
              </a:rPr>
              <a:t>ó</a:t>
            </a:r>
            <a:r>
              <a:rPr lang="en-US" altLang="pt-BR">
                <a:sym typeface="+mn-ea"/>
              </a:rPr>
              <a:t>digo na nuvem.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Colabora</a:t>
            </a:r>
            <a:r>
              <a:rPr lang="en-US" altLang="en-US">
                <a:sym typeface="+mn-ea"/>
              </a:rPr>
              <a:t>çã</a:t>
            </a:r>
            <a:r>
              <a:rPr lang="en-US" altLang="pt-BR">
                <a:sym typeface="+mn-ea"/>
              </a:rPr>
              <a:t>o: compartilhar o c</a:t>
            </a:r>
            <a:r>
              <a:rPr lang="en-US" altLang="en-US">
                <a:sym typeface="+mn-ea"/>
              </a:rPr>
              <a:t>ó</a:t>
            </a:r>
            <a:r>
              <a:rPr lang="en-US" altLang="pt-BR">
                <a:sym typeface="+mn-ea"/>
              </a:rPr>
              <a:t>digo com outras pessoas.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Controle de acesso: trabalhar em projetos p</a:t>
            </a:r>
            <a:r>
              <a:rPr lang="en-US" altLang="en-US">
                <a:sym typeface="+mn-ea"/>
              </a:rPr>
              <a:t>ú</a:t>
            </a:r>
            <a:r>
              <a:rPr lang="en-US" altLang="pt-BR">
                <a:sym typeface="+mn-ea"/>
              </a:rPr>
              <a:t>blicos ou privados.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Publica</a:t>
            </a:r>
            <a:r>
              <a:rPr lang="en-US" altLang="en-US">
                <a:sym typeface="+mn-ea"/>
              </a:rPr>
              <a:t>çã</a:t>
            </a:r>
            <a:r>
              <a:rPr lang="en-US" altLang="pt-BR">
                <a:sym typeface="+mn-ea"/>
              </a:rPr>
              <a:t>o de sites: atrav</a:t>
            </a:r>
            <a:r>
              <a:rPr lang="en-US" altLang="en-US">
                <a:sym typeface="+mn-ea"/>
              </a:rPr>
              <a:t>é</a:t>
            </a:r>
            <a:r>
              <a:rPr lang="en-US" altLang="pt-BR">
                <a:sym typeface="+mn-ea"/>
              </a:rPr>
              <a:t>s do GitHub Pages, voc</a:t>
            </a:r>
            <a:r>
              <a:rPr lang="en-US" altLang="en-US">
                <a:sym typeface="+mn-ea"/>
              </a:rPr>
              <a:t>ê</a:t>
            </a:r>
            <a:r>
              <a:rPr lang="en-US" altLang="pt-BR">
                <a:sym typeface="+mn-ea"/>
              </a:rPr>
              <a:t> pode criar e hospedar sites simples.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Diferen</a:t>
            </a:r>
            <a:r>
              <a:rPr lang="en-US" altLang="en-US">
                <a:sym typeface="+mn-ea"/>
              </a:rPr>
              <a:t>ç</a:t>
            </a:r>
            <a:r>
              <a:rPr lang="en-US" altLang="pt-BR">
                <a:sym typeface="+mn-ea"/>
              </a:rPr>
              <a:t>a entre Git e GitHub: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Git: ferramenta que funciona no seu computador para controle de vers</a:t>
            </a:r>
            <a:r>
              <a:rPr lang="en-US" altLang="en-US">
                <a:sym typeface="+mn-ea"/>
              </a:rPr>
              <a:t>ã</a:t>
            </a:r>
            <a:r>
              <a:rPr lang="en-US" altLang="pt-BR">
                <a:sym typeface="+mn-ea"/>
              </a:rPr>
              <a:t>o.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GitHub: servi</a:t>
            </a:r>
            <a:r>
              <a:rPr lang="en-US" altLang="en-US">
                <a:sym typeface="+mn-ea"/>
              </a:rPr>
              <a:t>ç</a:t>
            </a:r>
            <a:r>
              <a:rPr lang="en-US" altLang="pt-BR">
                <a:sym typeface="+mn-ea"/>
              </a:rPr>
              <a:t>o online onde voc</a:t>
            </a:r>
            <a:r>
              <a:rPr lang="en-US" altLang="en-US">
                <a:sym typeface="+mn-ea"/>
              </a:rPr>
              <a:t>ê</a:t>
            </a:r>
            <a:r>
              <a:rPr lang="en-US" altLang="pt-BR">
                <a:sym typeface="+mn-ea"/>
              </a:rPr>
              <a:t> pode armazenar e gerenciar projetos Git.</a:t>
            </a:r>
            <a:br>
              <a:rPr lang="en-US" altLang="pt-BR">
                <a:sym typeface="+mn-ea"/>
              </a:rPr>
            </a:br>
            <a:endParaRPr lang="pt-B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O GitHub </a:t>
            </a:r>
            <a:r>
              <a:rPr lang="en-US" altLang="en-US">
                <a:sym typeface="+mn-ea"/>
              </a:rPr>
              <a:t>é</a:t>
            </a:r>
            <a:r>
              <a:rPr lang="en-US" altLang="pt-BR">
                <a:sym typeface="+mn-ea"/>
              </a:rPr>
              <a:t> uma plataforma que utiliza o Git como base para hospedar projetos online. Ele permite: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Backup</a:t>
            </a:r>
            <a:r>
              <a:rPr lang="en-US" altLang="pt-BR">
                <a:sym typeface="+mn-ea"/>
              </a:rPr>
              <a:t>: armazenar seu c</a:t>
            </a:r>
            <a:r>
              <a:rPr lang="en-US" altLang="en-US">
                <a:sym typeface="+mn-ea"/>
              </a:rPr>
              <a:t>ó</a:t>
            </a:r>
            <a:r>
              <a:rPr lang="en-US" altLang="pt-BR">
                <a:sym typeface="+mn-ea"/>
              </a:rPr>
              <a:t>digo na nuvem.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Colabora</a:t>
            </a:r>
            <a:r>
              <a:rPr lang="en-US" altLang="en-US">
                <a:sym typeface="+mn-ea"/>
              </a:rPr>
              <a:t>çã</a:t>
            </a:r>
            <a:r>
              <a:rPr lang="en-US" altLang="pt-BR">
                <a:sym typeface="+mn-ea"/>
              </a:rPr>
              <a:t>o: compartilhar o c</a:t>
            </a:r>
            <a:r>
              <a:rPr lang="en-US" altLang="en-US">
                <a:sym typeface="+mn-ea"/>
              </a:rPr>
              <a:t>ó</a:t>
            </a:r>
            <a:r>
              <a:rPr lang="en-US" altLang="pt-BR">
                <a:sym typeface="+mn-ea"/>
              </a:rPr>
              <a:t>digo com outras pessoas.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Controle de acesso: trabalhar em projetos p</a:t>
            </a:r>
            <a:r>
              <a:rPr lang="en-US" altLang="en-US">
                <a:sym typeface="+mn-ea"/>
              </a:rPr>
              <a:t>ú</a:t>
            </a:r>
            <a:r>
              <a:rPr lang="en-US" altLang="pt-BR">
                <a:sym typeface="+mn-ea"/>
              </a:rPr>
              <a:t>blicos ou privados.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Publica</a:t>
            </a:r>
            <a:r>
              <a:rPr lang="en-US" altLang="en-US">
                <a:sym typeface="+mn-ea"/>
              </a:rPr>
              <a:t>çã</a:t>
            </a:r>
            <a:r>
              <a:rPr lang="en-US" altLang="pt-BR">
                <a:sym typeface="+mn-ea"/>
              </a:rPr>
              <a:t>o de sites: atrav</a:t>
            </a:r>
            <a:r>
              <a:rPr lang="en-US" altLang="en-US">
                <a:sym typeface="+mn-ea"/>
              </a:rPr>
              <a:t>é</a:t>
            </a:r>
            <a:r>
              <a:rPr lang="en-US" altLang="pt-BR">
                <a:sym typeface="+mn-ea"/>
              </a:rPr>
              <a:t>s do GitHub Pages, voc</a:t>
            </a:r>
            <a:r>
              <a:rPr lang="en-US" altLang="en-US">
                <a:sym typeface="+mn-ea"/>
              </a:rPr>
              <a:t>ê</a:t>
            </a:r>
            <a:r>
              <a:rPr lang="en-US" altLang="pt-BR">
                <a:sym typeface="+mn-ea"/>
              </a:rPr>
              <a:t> pode criar e hospedar sites simples.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Diferen</a:t>
            </a:r>
            <a:r>
              <a:rPr lang="en-US" altLang="en-US">
                <a:sym typeface="+mn-ea"/>
              </a:rPr>
              <a:t>ç</a:t>
            </a:r>
            <a:r>
              <a:rPr lang="en-US" altLang="pt-BR">
                <a:sym typeface="+mn-ea"/>
              </a:rPr>
              <a:t>a entre Git e GitHub: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Git: ferramenta que funciona no seu computador para controle de vers</a:t>
            </a:r>
            <a:r>
              <a:rPr lang="en-US" altLang="en-US">
                <a:sym typeface="+mn-ea"/>
              </a:rPr>
              <a:t>ã</a:t>
            </a:r>
            <a:r>
              <a:rPr lang="en-US" altLang="pt-BR">
                <a:sym typeface="+mn-ea"/>
              </a:rPr>
              <a:t>o.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GitHub: servi</a:t>
            </a:r>
            <a:r>
              <a:rPr lang="en-US" altLang="en-US">
                <a:sym typeface="+mn-ea"/>
              </a:rPr>
              <a:t>ç</a:t>
            </a:r>
            <a:r>
              <a:rPr lang="en-US" altLang="pt-BR">
                <a:sym typeface="+mn-ea"/>
              </a:rPr>
              <a:t>o online onde voc</a:t>
            </a:r>
            <a:r>
              <a:rPr lang="en-US" altLang="en-US">
                <a:sym typeface="+mn-ea"/>
              </a:rPr>
              <a:t>ê</a:t>
            </a:r>
            <a:r>
              <a:rPr lang="en-US" altLang="pt-BR">
                <a:sym typeface="+mn-ea"/>
              </a:rPr>
              <a:t> pode armazenar e gerenciar projetos Git.</a:t>
            </a:r>
            <a:br>
              <a:rPr lang="en-US" altLang="pt-BR">
                <a:sym typeface="+mn-ea"/>
              </a:rPr>
            </a:br>
            <a:endParaRPr lang="pt-B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Publicar um Site Pessoal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Objetivos: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Divulga</a:t>
            </a:r>
            <a:r>
              <a:rPr lang="en-US" altLang="en-US">
                <a:sym typeface="+mn-ea"/>
              </a:rPr>
              <a:t>çã</a:t>
            </a:r>
            <a:r>
              <a:rPr lang="en-US" altLang="pt-BR">
                <a:sym typeface="+mn-ea"/>
              </a:rPr>
              <a:t>o: ter um espa</a:t>
            </a:r>
            <a:r>
              <a:rPr lang="en-US" altLang="en-US">
                <a:sym typeface="+mn-ea"/>
              </a:rPr>
              <a:t>ç</a:t>
            </a:r>
            <a:r>
              <a:rPr lang="en-US" altLang="pt-BR">
                <a:sym typeface="+mn-ea"/>
              </a:rPr>
              <a:t>o para mostrar seu trabalho, curr</a:t>
            </a:r>
            <a:r>
              <a:rPr lang="en-US" altLang="en-US">
                <a:sym typeface="+mn-ea"/>
              </a:rPr>
              <a:t>í</a:t>
            </a:r>
            <a:r>
              <a:rPr lang="en-US" altLang="pt-BR">
                <a:sym typeface="+mn-ea"/>
              </a:rPr>
              <a:t>culo ou portf</a:t>
            </a:r>
            <a:r>
              <a:rPr lang="en-US" altLang="en-US">
                <a:sym typeface="+mn-ea"/>
              </a:rPr>
              <a:t>ó</a:t>
            </a:r>
            <a:r>
              <a:rPr lang="en-US" altLang="pt-BR">
                <a:sym typeface="+mn-ea"/>
              </a:rPr>
              <a:t>lio.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Networking: conectar-se com potenciais clientes, recrutadores ou empresas.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Pr</a:t>
            </a:r>
            <a:r>
              <a:rPr lang="en-US" altLang="en-US">
                <a:sym typeface="+mn-ea"/>
              </a:rPr>
              <a:t>á</a:t>
            </a:r>
            <a:r>
              <a:rPr lang="en-US" altLang="pt-BR">
                <a:sym typeface="+mn-ea"/>
              </a:rPr>
              <a:t>tica: aprender mais sobre desenvolvimento e publica</a:t>
            </a:r>
            <a:r>
              <a:rPr lang="en-US" altLang="en-US">
                <a:sym typeface="+mn-ea"/>
              </a:rPr>
              <a:t>çã</a:t>
            </a:r>
            <a:r>
              <a:rPr lang="en-US" altLang="pt-BR">
                <a:sym typeface="+mn-ea"/>
              </a:rPr>
              <a:t>o web.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Publicando pelo GitHub Pages: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Crie um reposit</a:t>
            </a:r>
            <a:r>
              <a:rPr lang="en-US" altLang="en-US">
                <a:sym typeface="+mn-ea"/>
              </a:rPr>
              <a:t>ó</a:t>
            </a:r>
            <a:r>
              <a:rPr lang="en-US" altLang="pt-BR">
                <a:sym typeface="+mn-ea"/>
              </a:rPr>
              <a:t>rio no GitHub com o nome do projeto.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Adicione os arquivos do site (HTML, CSS, JavaScript).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V</a:t>
            </a:r>
            <a:r>
              <a:rPr lang="en-US" altLang="en-US">
                <a:sym typeface="+mn-ea"/>
              </a:rPr>
              <a:t>á</a:t>
            </a:r>
            <a:r>
              <a:rPr lang="en-US" altLang="pt-BR">
                <a:sym typeface="+mn-ea"/>
              </a:rPr>
              <a:t> nas configura</a:t>
            </a:r>
            <a:r>
              <a:rPr lang="en-US" altLang="en-US">
                <a:sym typeface="+mn-ea"/>
              </a:rPr>
              <a:t>çõ</a:t>
            </a:r>
            <a:r>
              <a:rPr lang="en-US" altLang="pt-BR">
                <a:sym typeface="+mn-ea"/>
              </a:rPr>
              <a:t>es do reposit</a:t>
            </a:r>
            <a:r>
              <a:rPr lang="en-US" altLang="en-US">
                <a:sym typeface="+mn-ea"/>
              </a:rPr>
              <a:t>ó</a:t>
            </a:r>
            <a:r>
              <a:rPr lang="en-US" altLang="pt-BR">
                <a:sym typeface="+mn-ea"/>
              </a:rPr>
              <a:t>rio e ative o GitHub Pages: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V</a:t>
            </a:r>
            <a:r>
              <a:rPr lang="en-US" altLang="en-US">
                <a:sym typeface="+mn-ea"/>
              </a:rPr>
              <a:t>á</a:t>
            </a:r>
            <a:r>
              <a:rPr lang="en-US" altLang="pt-BR">
                <a:sym typeface="+mn-ea"/>
              </a:rPr>
              <a:t> em Settings &gt; Pages.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Escolha a branch (geralmente main) e clique em Save.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O site ficar</a:t>
            </a:r>
            <a:r>
              <a:rPr lang="en-US" altLang="en-US">
                <a:sym typeface="+mn-ea"/>
              </a:rPr>
              <a:t>á</a:t>
            </a:r>
            <a:r>
              <a:rPr lang="en-US" altLang="pt-BR">
                <a:sym typeface="+mn-ea"/>
              </a:rPr>
              <a:t> acess</a:t>
            </a:r>
            <a:r>
              <a:rPr lang="en-US" altLang="en-US">
                <a:sym typeface="+mn-ea"/>
              </a:rPr>
              <a:t>í</a:t>
            </a:r>
            <a:r>
              <a:rPr lang="en-US" altLang="pt-BR">
                <a:sym typeface="+mn-ea"/>
              </a:rPr>
              <a:t>vel em https://&lt;seu-usu</a:t>
            </a:r>
            <a:r>
              <a:rPr lang="en-US" altLang="en-US">
                <a:sym typeface="+mn-ea"/>
              </a:rPr>
              <a:t>á</a:t>
            </a:r>
            <a:r>
              <a:rPr lang="en-US" altLang="pt-BR">
                <a:sym typeface="+mn-ea"/>
              </a:rPr>
              <a:t>rio&gt;.github.io/&lt;nome-do-reposit</a:t>
            </a:r>
            <a:r>
              <a:rPr lang="en-US" altLang="en-US">
                <a:sym typeface="+mn-ea"/>
              </a:rPr>
              <a:t>ó</a:t>
            </a:r>
            <a:r>
              <a:rPr lang="en-US" altLang="pt-BR">
                <a:sym typeface="+mn-ea"/>
              </a:rPr>
              <a:t>rio&gt;.</a:t>
            </a:r>
            <a:br>
              <a:rPr lang="en-US" altLang="pt-BR">
                <a:sym typeface="+mn-ea"/>
              </a:rPr>
            </a:br>
            <a:br>
              <a:rPr lang="en-US" altLang="pt-BR">
                <a:sym typeface="+mn-ea"/>
              </a:rPr>
            </a:br>
            <a:r>
              <a:rPr lang="en-US" altLang="pt-BR">
                <a:sym typeface="+mn-ea"/>
              </a:rPr>
              <a:t>Exemplos de uso: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Portf</a:t>
            </a:r>
            <a:r>
              <a:rPr lang="en-US" altLang="en-US">
                <a:sym typeface="+mn-ea"/>
              </a:rPr>
              <a:t>ó</a:t>
            </a:r>
            <a:r>
              <a:rPr lang="en-US" altLang="pt-BR">
                <a:sym typeface="+mn-ea"/>
              </a:rPr>
              <a:t>lio: Mostre projetos e experi</a:t>
            </a:r>
            <a:r>
              <a:rPr lang="en-US" altLang="en-US">
                <a:sym typeface="+mn-ea"/>
              </a:rPr>
              <a:t>ê</a:t>
            </a:r>
            <a:r>
              <a:rPr lang="en-US" altLang="pt-BR">
                <a:sym typeface="+mn-ea"/>
              </a:rPr>
              <a:t>ncias.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Curr</a:t>
            </a:r>
            <a:r>
              <a:rPr lang="en-US" altLang="en-US">
                <a:sym typeface="+mn-ea"/>
              </a:rPr>
              <a:t>í</a:t>
            </a:r>
            <a:r>
              <a:rPr lang="en-US" altLang="pt-BR">
                <a:sym typeface="+mn-ea"/>
              </a:rPr>
              <a:t>culo online: Facilite acesso ao seu hist</a:t>
            </a:r>
            <a:r>
              <a:rPr lang="en-US" altLang="en-US">
                <a:sym typeface="+mn-ea"/>
              </a:rPr>
              <a:t>ó</a:t>
            </a:r>
            <a:r>
              <a:rPr lang="en-US" altLang="pt-BR">
                <a:sym typeface="+mn-ea"/>
              </a:rPr>
              <a:t>rico profissional.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Blog: Compartilhe conhecimentos ou experi</a:t>
            </a:r>
            <a:r>
              <a:rPr lang="en-US" altLang="en-US">
                <a:sym typeface="+mn-ea"/>
              </a:rPr>
              <a:t>ê</a:t>
            </a:r>
            <a:r>
              <a:rPr lang="en-US" altLang="pt-BR">
                <a:sym typeface="+mn-ea"/>
              </a:rPr>
              <a:t>ncias.</a:t>
            </a:r>
            <a:endParaRPr lang="pt-B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1. Organiza</a:t>
            </a:r>
            <a:r>
              <a:rPr lang="en-US" altLang="en-US">
                <a:sym typeface="+mn-ea"/>
              </a:rPr>
              <a:t>çã</a:t>
            </a:r>
            <a:r>
              <a:rPr lang="en-US" altLang="pt-BR">
                <a:sym typeface="+mn-ea"/>
              </a:rPr>
              <a:t>o e Seguran</a:t>
            </a:r>
            <a:r>
              <a:rPr lang="en-US" altLang="en-US">
                <a:sym typeface="+mn-ea"/>
              </a:rPr>
              <a:t>ç</a:t>
            </a:r>
            <a:r>
              <a:rPr lang="en-US" altLang="pt-BR">
                <a:sym typeface="+mn-ea"/>
              </a:rPr>
              <a:t>a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2. Trabalho em Equipe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3. Visibilidade Profissional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4. Melhora sua Produtividade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5. Vantagem Competitiva</a:t>
            </a:r>
            <a:br>
              <a:rPr lang="en-US" altLang="pt-BR">
                <a:sym typeface="+mn-ea"/>
              </a:rPr>
            </a:br>
            <a:r>
              <a:rPr lang="en-US" altLang="pt-BR">
                <a:sym typeface="+mn-ea"/>
              </a:rPr>
              <a:t>6. Desenvolvimento Pessoal</a:t>
            </a:r>
            <a:endParaRPr lang="pt-B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pt-BR">
                <a:sym typeface="+mn-ea"/>
              </a:rPr>
              <a:t>Hist</a:t>
            </a:r>
            <a:r>
              <a:rPr lang="en-US" altLang="en-US">
                <a:sym typeface="+mn-ea"/>
              </a:rPr>
              <a:t>ó</a:t>
            </a:r>
            <a:r>
              <a:rPr lang="en-US" altLang="pt-BR">
                <a:sym typeface="+mn-ea"/>
              </a:rPr>
              <a:t>rico de mudan</a:t>
            </a:r>
            <a:r>
              <a:rPr lang="en-US" altLang="en-US">
                <a:sym typeface="+mn-ea"/>
              </a:rPr>
              <a:t>ç</a:t>
            </a:r>
            <a:r>
              <a:rPr lang="en-US" altLang="pt-BR">
                <a:sym typeface="+mn-ea"/>
              </a:rPr>
              <a:t>as: Voc</a:t>
            </a:r>
            <a:r>
              <a:rPr lang="en-US" altLang="en-US">
                <a:sym typeface="+mn-ea"/>
              </a:rPr>
              <a:t>ê</a:t>
            </a:r>
            <a:r>
              <a:rPr lang="en-US" altLang="pt-BR">
                <a:sym typeface="+mn-ea"/>
              </a:rPr>
              <a:t> nunca perde uma altera</a:t>
            </a:r>
            <a:r>
              <a:rPr lang="en-US" altLang="en-US">
                <a:sym typeface="+mn-ea"/>
              </a:rPr>
              <a:t>çã</a:t>
            </a:r>
            <a:r>
              <a:rPr lang="en-US" altLang="pt-BR">
                <a:sym typeface="+mn-ea"/>
              </a:rPr>
              <a:t>o importante ou fica preso tentando lembrar o que fez.</a:t>
            </a:r>
            <a:endParaRPr lang="en-US" altLang="pt-BR"/>
          </a:p>
          <a:p>
            <a:endParaRPr lang="pt-BR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pt-BR">
                <a:sym typeface="+mn-ea"/>
              </a:rPr>
              <a:t>Projetos colaborativos, como os que voc</a:t>
            </a:r>
            <a:r>
              <a:rPr lang="en-US" altLang="en-US">
                <a:sym typeface="+mn-ea"/>
              </a:rPr>
              <a:t>ê</a:t>
            </a:r>
            <a:r>
              <a:rPr lang="en-US" altLang="pt-BR">
                <a:sym typeface="+mn-ea"/>
              </a:rPr>
              <a:t> encontra no mercado de trabalho, exigem ferramentas para sincronizar o trabalho de v</a:t>
            </a:r>
            <a:r>
              <a:rPr lang="en-US" altLang="en-US">
                <a:sym typeface="+mn-ea"/>
              </a:rPr>
              <a:t>á</a:t>
            </a:r>
            <a:r>
              <a:rPr lang="en-US" altLang="pt-BR">
                <a:sym typeface="+mn-ea"/>
              </a:rPr>
              <a:t>rias pessoas.</a:t>
            </a:r>
            <a:endParaRPr lang="en-US" altLang="pt-BR"/>
          </a:p>
          <a:p>
            <a:endParaRPr lang="pt-BR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pt-BR">
                <a:sym typeface="+mn-ea"/>
              </a:rPr>
              <a:t>Git e GitHub s</a:t>
            </a:r>
            <a:r>
              <a:rPr lang="en-US" altLang="en-US">
                <a:sym typeface="+mn-ea"/>
              </a:rPr>
              <a:t>ã</a:t>
            </a:r>
            <a:r>
              <a:rPr lang="en-US" altLang="pt-BR">
                <a:sym typeface="+mn-ea"/>
              </a:rPr>
              <a:t>o padr</a:t>
            </a:r>
            <a:r>
              <a:rPr lang="en-US" altLang="en-US">
                <a:sym typeface="+mn-ea"/>
              </a:rPr>
              <a:t>õ</a:t>
            </a:r>
            <a:r>
              <a:rPr lang="en-US" altLang="pt-BR">
                <a:sym typeface="+mn-ea"/>
              </a:rPr>
              <a:t>es da ind</a:t>
            </a:r>
            <a:r>
              <a:rPr lang="en-US" altLang="en-US">
                <a:sym typeface="+mn-ea"/>
              </a:rPr>
              <a:t>ú</a:t>
            </a:r>
            <a:r>
              <a:rPr lang="en-US" altLang="pt-BR">
                <a:sym typeface="+mn-ea"/>
              </a:rPr>
              <a:t>stria para equipes de desenvolvimento de software.</a:t>
            </a:r>
            <a:endParaRPr lang="en-US" altLang="pt-BR"/>
          </a:p>
          <a:p>
            <a:endParaRPr lang="pt-BR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Vantagem Competitiva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Em um mercado de trabalho competitivo, dominar essas ferramentas </a:t>
            </a:r>
            <a:r>
              <a:rPr lang="en-US" altLang="en-US">
                <a:sym typeface="+mn-ea"/>
              </a:rPr>
              <a:t>é</a:t>
            </a:r>
            <a:r>
              <a:rPr lang="en-US" altLang="pt-BR">
                <a:sym typeface="+mn-ea"/>
              </a:rPr>
              <a:t> um diferencial importante.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Mesmo que voc</a:t>
            </a:r>
            <a:r>
              <a:rPr lang="en-US" altLang="en-US">
                <a:sym typeface="+mn-ea"/>
              </a:rPr>
              <a:t>ê</a:t>
            </a:r>
            <a:r>
              <a:rPr lang="en-US" altLang="pt-BR">
                <a:sym typeface="+mn-ea"/>
              </a:rPr>
              <a:t> n</a:t>
            </a:r>
            <a:r>
              <a:rPr lang="en-US" altLang="en-US">
                <a:sym typeface="+mn-ea"/>
              </a:rPr>
              <a:t>ã</a:t>
            </a:r>
            <a:r>
              <a:rPr lang="en-US" altLang="pt-BR">
                <a:sym typeface="+mn-ea"/>
              </a:rPr>
              <a:t>o queira ser um desenvolvedor, saber usar Git e GitHub ajuda em qualquer </a:t>
            </a:r>
            <a:r>
              <a:rPr lang="en-US" altLang="en-US">
                <a:sym typeface="+mn-ea"/>
              </a:rPr>
              <a:t>á</a:t>
            </a:r>
            <a:r>
              <a:rPr lang="en-US" altLang="pt-BR">
                <a:sym typeface="+mn-ea"/>
              </a:rPr>
              <a:t>rea de tecnologia e na resolu</a:t>
            </a:r>
            <a:r>
              <a:rPr lang="en-US" altLang="en-US">
                <a:sym typeface="+mn-ea"/>
              </a:rPr>
              <a:t>çã</a:t>
            </a:r>
            <a:r>
              <a:rPr lang="en-US" altLang="pt-BR">
                <a:sym typeface="+mn-ea"/>
              </a:rPr>
              <a:t>o de problemas complexos.</a:t>
            </a:r>
            <a:br>
              <a:rPr lang="en-US" altLang="pt-BR">
                <a:sym typeface="+mn-ea"/>
              </a:rPr>
            </a:br>
            <a:endParaRPr lang="pt-BR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Visibilidade Profissional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Ter um site pessoal ou portf</a:t>
            </a:r>
            <a:r>
              <a:rPr lang="en-US" altLang="en-US">
                <a:sym typeface="+mn-ea"/>
              </a:rPr>
              <a:t>ó</a:t>
            </a:r>
            <a:r>
              <a:rPr lang="en-US" altLang="pt-BR">
                <a:sym typeface="+mn-ea"/>
              </a:rPr>
              <a:t>lio mostra suas habilidades e projetos de forma clara e acess</a:t>
            </a:r>
            <a:r>
              <a:rPr lang="en-US" altLang="en-US">
                <a:sym typeface="+mn-ea"/>
              </a:rPr>
              <a:t>í</a:t>
            </a:r>
            <a:r>
              <a:rPr lang="en-US" altLang="pt-BR">
                <a:sym typeface="+mn-ea"/>
              </a:rPr>
              <a:t>vel para recrutadores ou clientes.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Usar GitHub para publicar projetos demonstra conhecimento t</a:t>
            </a:r>
            <a:r>
              <a:rPr lang="en-US" altLang="en-US">
                <a:sym typeface="+mn-ea"/>
              </a:rPr>
              <a:t>é</a:t>
            </a:r>
            <a:r>
              <a:rPr lang="en-US" altLang="pt-BR">
                <a:sym typeface="+mn-ea"/>
              </a:rPr>
              <a:t>cnico e compromisso com boas pr</a:t>
            </a:r>
            <a:r>
              <a:rPr lang="en-US" altLang="en-US">
                <a:sym typeface="+mn-ea"/>
              </a:rPr>
              <a:t>á</a:t>
            </a:r>
            <a:r>
              <a:rPr lang="en-US" altLang="pt-BR">
                <a:sym typeface="+mn-ea"/>
              </a:rPr>
              <a:t>ticas.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pt-BR"/>
          </a:p>
          <a:p>
            <a:endParaRPr lang="pt-BR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ym typeface="+mn-ea"/>
              </a:rPr>
              <a:t>Além de diversos outros fatores</a:t>
            </a:r>
            <a:endParaRPr 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en-US">
                <a:sym typeface="+mn-ea"/>
              </a:rPr>
              <a:t>E </a:t>
            </a:r>
            <a:r>
              <a:rPr lang="en-US" altLang="pt-BR">
                <a:sym typeface="+mn-ea"/>
              </a:rPr>
              <a:t>Melhora sua Produtividade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Usar ferramentas como Git e GitHub te ajuda a: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Experimentar novas ideias sem medo de errar.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Automatizar processos, como revis</a:t>
            </a:r>
            <a:r>
              <a:rPr lang="en-US" altLang="en-US">
                <a:sym typeface="+mn-ea"/>
              </a:rPr>
              <a:t>ã</a:t>
            </a:r>
            <a:r>
              <a:rPr lang="en-US" altLang="pt-BR">
                <a:sym typeface="+mn-ea"/>
              </a:rPr>
              <a:t>o de c</a:t>
            </a:r>
            <a:r>
              <a:rPr lang="en-US" altLang="en-US">
                <a:sym typeface="+mn-ea"/>
              </a:rPr>
              <a:t>ó</a:t>
            </a:r>
            <a:r>
              <a:rPr lang="en-US" altLang="pt-BR">
                <a:sym typeface="+mn-ea"/>
              </a:rPr>
              <a:t>digo e integra</a:t>
            </a:r>
            <a:r>
              <a:rPr lang="en-US" altLang="en-US">
                <a:sym typeface="+mn-ea"/>
              </a:rPr>
              <a:t>çã</a:t>
            </a:r>
            <a:r>
              <a:rPr lang="en-US" altLang="pt-BR">
                <a:sym typeface="+mn-ea"/>
              </a:rPr>
              <a:t>o cont</a:t>
            </a:r>
            <a:r>
              <a:rPr lang="en-US" altLang="en-US">
                <a:sym typeface="+mn-ea"/>
              </a:rPr>
              <a:t>í</a:t>
            </a:r>
            <a:r>
              <a:rPr lang="en-US" altLang="pt-BR">
                <a:sym typeface="+mn-ea"/>
              </a:rPr>
              <a:t>nua (CI/CD).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Publicar atualiza</a:t>
            </a:r>
            <a:r>
              <a:rPr lang="en-US" altLang="en-US">
                <a:sym typeface="+mn-ea"/>
              </a:rPr>
              <a:t>çõ</a:t>
            </a:r>
            <a:r>
              <a:rPr lang="en-US" altLang="pt-BR">
                <a:sym typeface="+mn-ea"/>
              </a:rPr>
              <a:t>es em segundos, especialmente em sites.</a:t>
            </a:r>
            <a:br>
              <a:rPr lang="en-US" altLang="pt-BR">
                <a:sym typeface="+mn-ea"/>
              </a:rPr>
            </a:b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en-US">
                <a:sym typeface="+mn-ea"/>
              </a:rPr>
              <a:t>E </a:t>
            </a:r>
            <a:r>
              <a:rPr lang="en-US" altLang="pt-BR">
                <a:sym typeface="+mn-ea"/>
              </a:rPr>
              <a:t>Desenvolvimento Pessoal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Montar um site pessoal ou gerenciar um projeto no GitHub te d</a:t>
            </a:r>
            <a:r>
              <a:rPr lang="en-US" altLang="en-US">
                <a:sym typeface="+mn-ea"/>
              </a:rPr>
              <a:t>á</a:t>
            </a:r>
            <a:r>
              <a:rPr lang="en-US" altLang="pt-BR">
                <a:sym typeface="+mn-ea"/>
              </a:rPr>
              <a:t> pr</a:t>
            </a:r>
            <a:r>
              <a:rPr lang="en-US" altLang="en-US">
                <a:sym typeface="+mn-ea"/>
              </a:rPr>
              <a:t>á</a:t>
            </a:r>
            <a:r>
              <a:rPr lang="en-US" altLang="pt-BR">
                <a:sym typeface="+mn-ea"/>
              </a:rPr>
              <a:t>tica real, melhora seu racioc</a:t>
            </a:r>
            <a:r>
              <a:rPr lang="en-US" altLang="en-US">
                <a:sym typeface="+mn-ea"/>
              </a:rPr>
              <a:t>í</a:t>
            </a:r>
            <a:r>
              <a:rPr lang="en-US" altLang="pt-BR">
                <a:sym typeface="+mn-ea"/>
              </a:rPr>
              <a:t>nio l</a:t>
            </a:r>
            <a:r>
              <a:rPr lang="en-US" altLang="en-US">
                <a:sym typeface="+mn-ea"/>
              </a:rPr>
              <a:t>ó</a:t>
            </a:r>
            <a:r>
              <a:rPr lang="en-US" altLang="pt-BR">
                <a:sym typeface="+mn-ea"/>
              </a:rPr>
              <a:t>gico e aumenta a confian</a:t>
            </a:r>
            <a:r>
              <a:rPr lang="en-US" altLang="en-US">
                <a:sym typeface="+mn-ea"/>
              </a:rPr>
              <a:t>ç</a:t>
            </a:r>
            <a:r>
              <a:rPr lang="en-US" altLang="pt-BR">
                <a:sym typeface="+mn-ea"/>
              </a:rPr>
              <a:t>a nas suas habilidades.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Al</a:t>
            </a:r>
            <a:r>
              <a:rPr lang="en-US" altLang="en-US">
                <a:sym typeface="+mn-ea"/>
              </a:rPr>
              <a:t>é</a:t>
            </a:r>
            <a:r>
              <a:rPr lang="en-US" altLang="pt-BR">
                <a:sym typeface="+mn-ea"/>
              </a:rPr>
              <a:t>m disso, </a:t>
            </a:r>
            <a:r>
              <a:rPr lang="en-US" altLang="en-US">
                <a:sym typeface="+mn-ea"/>
              </a:rPr>
              <a:t>é</a:t>
            </a:r>
            <a:r>
              <a:rPr lang="en-US" altLang="pt-BR">
                <a:sym typeface="+mn-ea"/>
              </a:rPr>
              <a:t> uma oportunidade de aprender com erros e crescer na pr</a:t>
            </a:r>
            <a:r>
              <a:rPr lang="en-US" altLang="en-US">
                <a:sym typeface="+mn-ea"/>
              </a:rPr>
              <a:t>á</a:t>
            </a:r>
            <a:r>
              <a:rPr lang="en-US" altLang="pt-BR">
                <a:sym typeface="+mn-ea"/>
              </a:rPr>
              <a:t>tica.</a:t>
            </a:r>
            <a:br>
              <a:rPr lang="en-US" altLang="pt-BR">
                <a:sym typeface="+mn-ea"/>
              </a:rPr>
            </a:br>
            <a:endParaRPr lang="pt-BR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O GitHub </a:t>
            </a:r>
            <a:r>
              <a:rPr lang="en-US" altLang="en-US">
                <a:sym typeface="+mn-ea"/>
              </a:rPr>
              <a:t>é</a:t>
            </a:r>
            <a:r>
              <a:rPr lang="en-US" altLang="pt-BR">
                <a:sym typeface="+mn-ea"/>
              </a:rPr>
              <a:t> uma plataforma que utiliza o Git como base para hospedar projetos online. Ele permite: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Backup: armazenar seu c</a:t>
            </a:r>
            <a:r>
              <a:rPr lang="en-US" altLang="en-US">
                <a:sym typeface="+mn-ea"/>
              </a:rPr>
              <a:t>ó</a:t>
            </a:r>
            <a:r>
              <a:rPr lang="en-US" altLang="pt-BR">
                <a:sym typeface="+mn-ea"/>
              </a:rPr>
              <a:t>digo na nuvem.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Colabora</a:t>
            </a:r>
            <a:r>
              <a:rPr lang="en-US" altLang="en-US">
                <a:sym typeface="+mn-ea"/>
              </a:rPr>
              <a:t>çã</a:t>
            </a:r>
            <a:r>
              <a:rPr lang="en-US" altLang="pt-BR">
                <a:sym typeface="+mn-ea"/>
              </a:rPr>
              <a:t>o: compartilhar o c</a:t>
            </a:r>
            <a:r>
              <a:rPr lang="en-US" altLang="en-US">
                <a:sym typeface="+mn-ea"/>
              </a:rPr>
              <a:t>ó</a:t>
            </a:r>
            <a:r>
              <a:rPr lang="en-US" altLang="pt-BR">
                <a:sym typeface="+mn-ea"/>
              </a:rPr>
              <a:t>digo com outras pessoas.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Controle de acesso: trabalhar em projetos p</a:t>
            </a:r>
            <a:r>
              <a:rPr lang="en-US" altLang="en-US">
                <a:sym typeface="+mn-ea"/>
              </a:rPr>
              <a:t>ú</a:t>
            </a:r>
            <a:r>
              <a:rPr lang="en-US" altLang="pt-BR">
                <a:sym typeface="+mn-ea"/>
              </a:rPr>
              <a:t>blicos ou privados.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Publica</a:t>
            </a:r>
            <a:r>
              <a:rPr lang="en-US" altLang="en-US">
                <a:sym typeface="+mn-ea"/>
              </a:rPr>
              <a:t>çã</a:t>
            </a:r>
            <a:r>
              <a:rPr lang="en-US" altLang="pt-BR">
                <a:sym typeface="+mn-ea"/>
              </a:rPr>
              <a:t>o de sites: atrav</a:t>
            </a:r>
            <a:r>
              <a:rPr lang="en-US" altLang="en-US">
                <a:sym typeface="+mn-ea"/>
              </a:rPr>
              <a:t>é</a:t>
            </a:r>
            <a:r>
              <a:rPr lang="en-US" altLang="pt-BR">
                <a:sym typeface="+mn-ea"/>
              </a:rPr>
              <a:t>s do GitHub Pages, voc</a:t>
            </a:r>
            <a:r>
              <a:rPr lang="en-US" altLang="en-US">
                <a:sym typeface="+mn-ea"/>
              </a:rPr>
              <a:t>ê</a:t>
            </a:r>
            <a:r>
              <a:rPr lang="en-US" altLang="pt-BR">
                <a:sym typeface="+mn-ea"/>
              </a:rPr>
              <a:t> pode criar e hospedar sites simples.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Diferen</a:t>
            </a:r>
            <a:r>
              <a:rPr lang="en-US" altLang="en-US">
                <a:sym typeface="+mn-ea"/>
              </a:rPr>
              <a:t>ç</a:t>
            </a:r>
            <a:r>
              <a:rPr lang="en-US" altLang="pt-BR">
                <a:sym typeface="+mn-ea"/>
              </a:rPr>
              <a:t>a entre Git e GitHub: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Git: ferramenta que funciona no seu computador para controle de vers</a:t>
            </a:r>
            <a:r>
              <a:rPr lang="en-US" altLang="en-US">
                <a:sym typeface="+mn-ea"/>
              </a:rPr>
              <a:t>ã</a:t>
            </a:r>
            <a:r>
              <a:rPr lang="en-US" altLang="pt-BR">
                <a:sym typeface="+mn-ea"/>
              </a:rPr>
              <a:t>o.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GitHub: servi</a:t>
            </a:r>
            <a:r>
              <a:rPr lang="en-US" altLang="en-US">
                <a:sym typeface="+mn-ea"/>
              </a:rPr>
              <a:t>ç</a:t>
            </a:r>
            <a:r>
              <a:rPr lang="en-US" altLang="pt-BR">
                <a:sym typeface="+mn-ea"/>
              </a:rPr>
              <a:t>o online onde voc</a:t>
            </a:r>
            <a:r>
              <a:rPr lang="en-US" altLang="en-US">
                <a:sym typeface="+mn-ea"/>
              </a:rPr>
              <a:t>ê</a:t>
            </a:r>
            <a:r>
              <a:rPr lang="en-US" altLang="pt-BR">
                <a:sym typeface="+mn-ea"/>
              </a:rPr>
              <a:t> pode armazenar e gerenciar projetos Git.</a:t>
            </a:r>
            <a:br>
              <a:rPr lang="en-US" altLang="pt-BR">
                <a:sym typeface="+mn-ea"/>
              </a:rPr>
            </a:b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pt-BR"/>
              <a:t>Em resumo</a:t>
            </a:r>
            <a:endParaRPr lang="en-US" altLang="pt-BR"/>
          </a:p>
          <a:p>
            <a:endParaRPr lang="en-US" altLang="pt-BR"/>
          </a:p>
          <a:p>
            <a:r>
              <a:rPr lang="en-US" altLang="pt-BR"/>
              <a:t>$ git config --global user.name "Fulano da Silva"</a:t>
            </a:r>
            <a:endParaRPr lang="en-US" altLang="pt-BR"/>
          </a:p>
          <a:p>
            <a:r>
              <a:rPr lang="en-US" altLang="pt-BR"/>
              <a:t>$ git config --global user.email fulanodasilva.git@gmail.com</a:t>
            </a:r>
            <a:endParaRPr lang="en-US" altLang="pt-BR"/>
          </a:p>
          <a:p>
            <a:endParaRPr lang="en-US" altLang="pt-BR"/>
          </a:p>
          <a:p>
            <a:r>
              <a:rPr lang="en-US" altLang="pt-BR"/>
              <a:t>git config --global pull.rebase false </a:t>
            </a:r>
            <a:r>
              <a:rPr lang="en-US" altLang="en-US"/>
              <a:t>é</a:t>
            </a:r>
            <a:r>
              <a:rPr lang="en-US" altLang="pt-BR"/>
              <a:t> usado para garantir que o comando git pull utilize o m</a:t>
            </a:r>
            <a:r>
              <a:rPr lang="en-US" altLang="en-US"/>
              <a:t>é</a:t>
            </a:r>
            <a:r>
              <a:rPr lang="en-US" altLang="pt-BR"/>
              <a:t>todo de merge tradicional, que preserva o hist</a:t>
            </a:r>
            <a:r>
              <a:rPr lang="en-US" altLang="en-US"/>
              <a:t>ó</a:t>
            </a:r>
            <a:r>
              <a:rPr lang="en-US" altLang="pt-BR"/>
              <a:t>rico de commits na </a:t>
            </a:r>
            <a:r>
              <a:rPr lang="en-US" altLang="en-US"/>
              <a:t>í</a:t>
            </a:r>
            <a:r>
              <a:rPr lang="en-US" altLang="pt-BR"/>
              <a:t>ntegra (incluindo commits de merge), sendo uma op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mais segura para branches compartilhadas, em contraste com o rebase, que cria um hist</a:t>
            </a:r>
            <a:r>
              <a:rPr lang="en-US" altLang="en-US"/>
              <a:t>ó</a:t>
            </a:r>
            <a:r>
              <a:rPr lang="en-US" altLang="pt-BR"/>
              <a:t>rico linear, mas reescreve commits. </a:t>
            </a:r>
            <a:endParaRPr lang="en-US" altLang="pt-B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pt-BR"/>
              <a:t>Arquivos vermelhos = ainda n</a:t>
            </a:r>
            <a:r>
              <a:rPr lang="en-US" altLang="en-US"/>
              <a:t>ã</a:t>
            </a:r>
            <a:r>
              <a:rPr lang="en-US" altLang="pt-BR"/>
              <a:t>o rastreados “untracked”</a:t>
            </a:r>
            <a:endParaRPr lang="en-US" altLang="pt-BR"/>
          </a:p>
          <a:p>
            <a:endParaRPr lang="en-US" altLang="pt-BR"/>
          </a:p>
          <a:p>
            <a:r>
              <a:rPr lang="en-US" altLang="pt-BR"/>
              <a:t>Diret</a:t>
            </a:r>
            <a:r>
              <a:rPr lang="en-US" altLang="en-US"/>
              <a:t>ó</a:t>
            </a:r>
            <a:r>
              <a:rPr lang="en-US" altLang="pt-BR"/>
              <a:t>rio .git j</a:t>
            </a:r>
            <a:r>
              <a:rPr lang="en-US" altLang="en-US"/>
              <a:t>á</a:t>
            </a:r>
            <a:r>
              <a:rPr lang="en-US" altLang="pt-BR"/>
              <a:t> existe (n</a:t>
            </a:r>
            <a:r>
              <a:rPr lang="en-US" altLang="en-US"/>
              <a:t>ã</a:t>
            </a:r>
            <a:r>
              <a:rPr lang="en-US" altLang="pt-BR"/>
              <a:t>o aparece, </a:t>
            </a:r>
            <a:r>
              <a:rPr lang="en-US" altLang="en-US"/>
              <a:t>é</a:t>
            </a:r>
            <a:r>
              <a:rPr lang="en-US" altLang="pt-BR"/>
              <a:t> oculto)</a:t>
            </a:r>
            <a:endParaRPr lang="en-US" altLang="pt-B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pt-BR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pt-BR"/>
              <a:t>Para registrar uma nova vers</a:t>
            </a:r>
            <a:r>
              <a:rPr lang="en-US" altLang="en-US"/>
              <a:t>ã</a:t>
            </a:r>
            <a:r>
              <a:rPr lang="en-US" altLang="pt-BR"/>
              <a:t>o,</a:t>
            </a:r>
            <a:endParaRPr lang="en-US" altLang="pt-BR"/>
          </a:p>
          <a:p>
            <a:r>
              <a:rPr lang="en-US" altLang="pt-BR"/>
              <a:t>Registrar as altera</a:t>
            </a:r>
            <a:r>
              <a:rPr lang="en-US" altLang="en-US"/>
              <a:t>çõ</a:t>
            </a:r>
            <a:r>
              <a:rPr lang="en-US" altLang="pt-BR"/>
              <a:t>es no reposit</a:t>
            </a:r>
            <a:r>
              <a:rPr lang="en-US" altLang="en-US"/>
              <a:t>ó</a:t>
            </a:r>
            <a:r>
              <a:rPr lang="en-US" altLang="pt-BR"/>
              <a:t>rio:</a:t>
            </a:r>
            <a:endParaRPr lang="en-US" altLang="pt-B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pt-BR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pt-BR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pt-BR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pt-BR"/>
              <a:t>Para registrar uma nova vers</a:t>
            </a:r>
            <a:r>
              <a:rPr lang="en-US" altLang="en-US"/>
              <a:t>ã</a:t>
            </a:r>
            <a:r>
              <a:rPr lang="en-US" altLang="pt-BR"/>
              <a:t>o,</a:t>
            </a:r>
            <a:endParaRPr lang="en-US" altLang="pt-BR"/>
          </a:p>
          <a:p>
            <a:r>
              <a:rPr lang="en-US" altLang="pt-BR"/>
              <a:t>Registrar as altera</a:t>
            </a:r>
            <a:r>
              <a:rPr lang="en-US" altLang="en-US"/>
              <a:t>çõ</a:t>
            </a:r>
            <a:r>
              <a:rPr lang="en-US" altLang="pt-BR"/>
              <a:t>es no reposit</a:t>
            </a:r>
            <a:r>
              <a:rPr lang="en-US" altLang="en-US"/>
              <a:t>ó</a:t>
            </a:r>
            <a:r>
              <a:rPr lang="en-US" altLang="pt-BR"/>
              <a:t>rio:</a:t>
            </a:r>
            <a:endParaRPr lang="en-US" altLang="pt-B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pt-BR">
                <a:sym typeface="+mn-ea"/>
              </a:rPr>
              <a:t>O que faz internamente: Ele remove o arquivo e o coloca na staging area (</a:t>
            </a:r>
            <a:r>
              <a:rPr lang="en-US" altLang="en-US">
                <a:sym typeface="+mn-ea"/>
              </a:rPr>
              <a:t>á</a:t>
            </a:r>
            <a:r>
              <a:rPr lang="en-US" altLang="pt-BR">
                <a:sym typeface="+mn-ea"/>
              </a:rPr>
              <a:t>rea de prepara</a:t>
            </a:r>
            <a:r>
              <a:rPr lang="en-US" altLang="en-US">
                <a:sym typeface="+mn-ea"/>
              </a:rPr>
              <a:t>çã</a:t>
            </a:r>
            <a:r>
              <a:rPr lang="en-US" altLang="pt-BR">
                <a:sym typeface="+mn-ea"/>
              </a:rPr>
              <a:t>o) para que a remo</a:t>
            </a:r>
            <a:r>
              <a:rPr lang="en-US" altLang="en-US">
                <a:sym typeface="+mn-ea"/>
              </a:rPr>
              <a:t>çã</a:t>
            </a:r>
            <a:r>
              <a:rPr lang="en-US" altLang="pt-BR">
                <a:sym typeface="+mn-ea"/>
              </a:rPr>
              <a:t>o seja inclu</a:t>
            </a:r>
            <a:r>
              <a:rPr lang="en-US" altLang="en-US">
                <a:sym typeface="+mn-ea"/>
              </a:rPr>
              <a:t>í</a:t>
            </a:r>
            <a:r>
              <a:rPr lang="en-US" altLang="pt-BR">
                <a:sym typeface="+mn-ea"/>
              </a:rPr>
              <a:t>da no pr</a:t>
            </a:r>
            <a:r>
              <a:rPr lang="en-US" altLang="en-US">
                <a:sym typeface="+mn-ea"/>
              </a:rPr>
              <a:t>ó</a:t>
            </a:r>
            <a:r>
              <a:rPr lang="en-US" altLang="pt-BR">
                <a:sym typeface="+mn-ea"/>
              </a:rPr>
              <a:t>ximo commit.</a:t>
            </a:r>
            <a:endParaRPr lang="pt-BR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>
                <a:sym typeface="+mn-ea"/>
              </a:rPr>
              <a:t>O que faz internamente: </a:t>
            </a:r>
            <a:r>
              <a:rPr lang="en-US" altLang="en-US">
                <a:sym typeface="+mn-ea"/>
              </a:rPr>
              <a:t>É</a:t>
            </a:r>
            <a:r>
              <a:rPr lang="en-US" altLang="pt-BR">
                <a:sym typeface="+mn-ea"/>
              </a:rPr>
              <a:t> um atalho que executa tr</a:t>
            </a:r>
            <a:r>
              <a:rPr lang="en-US" altLang="en-US">
                <a:sym typeface="+mn-ea"/>
              </a:rPr>
              <a:t>ê</a:t>
            </a:r>
            <a:r>
              <a:rPr lang="en-US" altLang="pt-BR">
                <a:sym typeface="+mn-ea"/>
              </a:rPr>
              <a:t>s a</a:t>
            </a:r>
            <a:r>
              <a:rPr lang="en-US" altLang="en-US">
                <a:sym typeface="+mn-ea"/>
              </a:rPr>
              <a:t>çõ</a:t>
            </a:r>
            <a:r>
              <a:rPr lang="en-US" altLang="pt-BR">
                <a:sym typeface="+mn-ea"/>
              </a:rPr>
              <a:t>es em sequ</a:t>
            </a:r>
            <a:r>
              <a:rPr lang="en-US" altLang="en-US">
                <a:sym typeface="+mn-ea"/>
              </a:rPr>
              <a:t>ê</a:t>
            </a:r>
            <a:r>
              <a:rPr lang="en-US" altLang="pt-BR">
                <a:sym typeface="+mn-ea"/>
              </a:rPr>
              <a:t>ncia:</a:t>
            </a:r>
            <a:endParaRPr lang="en-US" altLang="pt-BR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>
                <a:sym typeface="+mn-ea"/>
              </a:rPr>
              <a:t>Renomeia ou move o arquivo no sistema de arquivos local (como o comando mv do Unix/Linux).</a:t>
            </a:r>
            <a:endParaRPr lang="en-US" altLang="pt-BR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>
                <a:sym typeface="+mn-ea"/>
              </a:rPr>
              <a:t>Remove o caminho antigo do </a:t>
            </a:r>
            <a:r>
              <a:rPr lang="en-US" altLang="en-US">
                <a:sym typeface="+mn-ea"/>
              </a:rPr>
              <a:t>í</a:t>
            </a:r>
            <a:r>
              <a:rPr lang="en-US" altLang="pt-BR">
                <a:sym typeface="+mn-ea"/>
              </a:rPr>
              <a:t>ndice (como git rm &lt;caminho_antigo&gt;).</a:t>
            </a:r>
            <a:endParaRPr lang="en-US" altLang="pt-BR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>
                <a:sym typeface="+mn-ea"/>
              </a:rPr>
              <a:t>Adiciona o novo caminho ao </a:t>
            </a:r>
            <a:r>
              <a:rPr lang="en-US" altLang="en-US">
                <a:sym typeface="+mn-ea"/>
              </a:rPr>
              <a:t>í</a:t>
            </a:r>
            <a:r>
              <a:rPr lang="en-US" altLang="pt-BR">
                <a:sym typeface="+mn-ea"/>
              </a:rPr>
              <a:t>ndice (como git add &lt;caminho_novo&gt;).</a:t>
            </a:r>
            <a:endParaRPr lang="en-US" altLang="pt-BR">
              <a:solidFill>
                <a:schemeClr val="tx1"/>
              </a:solidFill>
              <a:sym typeface="+mn-ea"/>
            </a:endParaRPr>
          </a:p>
          <a:p>
            <a:endParaRPr lang="pt-BR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pt-BR" altLang="en-US"/>
              <a:t>feat -&gt; </a:t>
            </a:r>
            <a:endParaRPr lang="pt-BR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pt-BR"/>
              <a:t>Para registrar uma nova vers</a:t>
            </a:r>
            <a:r>
              <a:rPr lang="en-US" altLang="en-US"/>
              <a:t>ã</a:t>
            </a:r>
            <a:r>
              <a:rPr lang="en-US" altLang="pt-BR"/>
              <a:t>o,</a:t>
            </a:r>
            <a:endParaRPr lang="en-US" altLang="pt-BR"/>
          </a:p>
          <a:p>
            <a:r>
              <a:rPr lang="en-US" altLang="pt-BR"/>
              <a:t>Registrar as altera</a:t>
            </a:r>
            <a:r>
              <a:rPr lang="en-US" altLang="en-US"/>
              <a:t>çõ</a:t>
            </a:r>
            <a:r>
              <a:rPr lang="en-US" altLang="pt-BR"/>
              <a:t>es no reposit</a:t>
            </a:r>
            <a:r>
              <a:rPr lang="en-US" altLang="en-US"/>
              <a:t>ó</a:t>
            </a:r>
            <a:r>
              <a:rPr lang="en-US" altLang="pt-BR"/>
              <a:t>rio:</a:t>
            </a:r>
            <a:endParaRPr lang="en-US" altLang="pt-BR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pt-BR"/>
              <a:t>Cada um serve a prop</a:t>
            </a:r>
            <a:r>
              <a:rPr lang="en-US" altLang="en-US"/>
              <a:t>ó</a:t>
            </a:r>
            <a:r>
              <a:rPr lang="en-US" altLang="pt-BR"/>
              <a:t>sitos distintos e impacta diferentes </a:t>
            </a:r>
            <a:r>
              <a:rPr lang="en-US" altLang="en-US"/>
              <a:t>á</a:t>
            </a:r>
            <a:r>
              <a:rPr lang="en-US" altLang="pt-BR"/>
              <a:t>reas do seu reposit</a:t>
            </a:r>
            <a:r>
              <a:rPr lang="en-US" altLang="en-US"/>
              <a:t>ó</a:t>
            </a:r>
            <a:r>
              <a:rPr lang="en-US" altLang="pt-BR"/>
              <a:t>rio (diret</a:t>
            </a:r>
            <a:r>
              <a:rPr lang="en-US" altLang="en-US"/>
              <a:t>ó</a:t>
            </a:r>
            <a:r>
              <a:rPr lang="en-US" altLang="pt-BR"/>
              <a:t>rio de trabalho, </a:t>
            </a:r>
            <a:r>
              <a:rPr lang="en-US" altLang="en-US"/>
              <a:t>á</a:t>
            </a:r>
            <a:r>
              <a:rPr lang="en-US" altLang="pt-BR"/>
              <a:t>rea de staging e hist</a:t>
            </a:r>
            <a:r>
              <a:rPr lang="en-US" altLang="en-US"/>
              <a:t>ó</a:t>
            </a:r>
            <a:r>
              <a:rPr lang="en-US" altLang="pt-BR"/>
              <a:t>rico de commits).</a:t>
            </a:r>
            <a:endParaRPr lang="en-US" altLang="pt-BR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pt-BR"/>
              <a:t>Cada um serve a prop</a:t>
            </a:r>
            <a:r>
              <a:rPr lang="en-US" altLang="en-US"/>
              <a:t>ó</a:t>
            </a:r>
            <a:r>
              <a:rPr lang="en-US" altLang="pt-BR"/>
              <a:t>sitos distintos e impacta diferentes </a:t>
            </a:r>
            <a:r>
              <a:rPr lang="en-US" altLang="en-US"/>
              <a:t>á</a:t>
            </a:r>
            <a:r>
              <a:rPr lang="en-US" altLang="pt-BR"/>
              <a:t>reas do seu reposit</a:t>
            </a:r>
            <a:r>
              <a:rPr lang="en-US" altLang="en-US"/>
              <a:t>ó</a:t>
            </a:r>
            <a:r>
              <a:rPr lang="en-US" altLang="pt-BR"/>
              <a:t>rio (diret</a:t>
            </a:r>
            <a:r>
              <a:rPr lang="en-US" altLang="en-US"/>
              <a:t>ó</a:t>
            </a:r>
            <a:r>
              <a:rPr lang="en-US" altLang="pt-BR"/>
              <a:t>rio de trabalho, </a:t>
            </a:r>
            <a:r>
              <a:rPr lang="en-US" altLang="en-US"/>
              <a:t>á</a:t>
            </a:r>
            <a:r>
              <a:rPr lang="en-US" altLang="pt-BR"/>
              <a:t>rea de staging e hist</a:t>
            </a:r>
            <a:r>
              <a:rPr lang="en-US" altLang="en-US"/>
              <a:t>ó</a:t>
            </a:r>
            <a:r>
              <a:rPr lang="en-US" altLang="pt-BR"/>
              <a:t>rico de commits).</a:t>
            </a:r>
            <a:endParaRPr lang="en-US" altLang="pt-BR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pt-BR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pt-BR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 git reset move o ponteiro do branch atual para um estado anterior. Ele pode alterar os arquivos no seu diret</a:t>
            </a:r>
            <a:r>
              <a:rPr lang="en-US" altLang="en-US">
                <a:sym typeface="+mn-ea"/>
              </a:rPr>
              <a:t>ó</a:t>
            </a:r>
            <a:r>
              <a:rPr lang="en-US" altLang="pt-BR">
                <a:sym typeface="+mn-ea"/>
              </a:rPr>
              <a:t>rio de trabalho e no </a:t>
            </a:r>
            <a:r>
              <a:rPr lang="en-US" altLang="en-US">
                <a:sym typeface="+mn-ea"/>
              </a:rPr>
              <a:t>í</a:t>
            </a:r>
            <a:r>
              <a:rPr lang="en-US" altLang="pt-BR">
                <a:sym typeface="+mn-ea"/>
              </a:rPr>
              <a:t>ndice de staging, dependendo do modo.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Modos principais: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--soft: Mant</a:t>
            </a:r>
            <a:r>
              <a:rPr lang="en-US" altLang="en-US">
                <a:sym typeface="+mn-ea"/>
              </a:rPr>
              <a:t>é</a:t>
            </a:r>
            <a:r>
              <a:rPr lang="en-US" altLang="pt-BR">
                <a:sym typeface="+mn-ea"/>
              </a:rPr>
              <a:t>m as mudan</a:t>
            </a:r>
            <a:r>
              <a:rPr lang="en-US" altLang="en-US">
                <a:sym typeface="+mn-ea"/>
              </a:rPr>
              <a:t>ç</a:t>
            </a:r>
            <a:r>
              <a:rPr lang="en-US" altLang="pt-BR">
                <a:sym typeface="+mn-ea"/>
              </a:rPr>
              <a:t>as no </a:t>
            </a:r>
            <a:r>
              <a:rPr lang="en-US" altLang="en-US">
                <a:sym typeface="+mn-ea"/>
              </a:rPr>
              <a:t>í</a:t>
            </a:r>
            <a:r>
              <a:rPr lang="en-US" altLang="pt-BR">
                <a:sym typeface="+mn-ea"/>
              </a:rPr>
              <a:t>ndice e no diret</a:t>
            </a:r>
            <a:r>
              <a:rPr lang="en-US" altLang="en-US">
                <a:sym typeface="+mn-ea"/>
              </a:rPr>
              <a:t>ó</a:t>
            </a:r>
            <a:r>
              <a:rPr lang="en-US" altLang="pt-BR">
                <a:sym typeface="+mn-ea"/>
              </a:rPr>
              <a:t>rio.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--mixed (padr</a:t>
            </a:r>
            <a:r>
              <a:rPr lang="en-US" altLang="en-US">
                <a:sym typeface="+mn-ea"/>
              </a:rPr>
              <a:t>ã</a:t>
            </a:r>
            <a:r>
              <a:rPr lang="en-US" altLang="pt-BR">
                <a:sym typeface="+mn-ea"/>
              </a:rPr>
              <a:t>o): Remove mudan</a:t>
            </a:r>
            <a:r>
              <a:rPr lang="en-US" altLang="en-US">
                <a:sym typeface="+mn-ea"/>
              </a:rPr>
              <a:t>ç</a:t>
            </a:r>
            <a:r>
              <a:rPr lang="en-US" altLang="pt-BR">
                <a:sym typeface="+mn-ea"/>
              </a:rPr>
              <a:t>as do </a:t>
            </a:r>
            <a:r>
              <a:rPr lang="en-US" altLang="en-US">
                <a:sym typeface="+mn-ea"/>
              </a:rPr>
              <a:t>í</a:t>
            </a:r>
            <a:r>
              <a:rPr lang="en-US" altLang="pt-BR">
                <a:sym typeface="+mn-ea"/>
              </a:rPr>
              <a:t>ndice, mas mant</a:t>
            </a:r>
            <a:r>
              <a:rPr lang="en-US" altLang="en-US">
                <a:sym typeface="+mn-ea"/>
              </a:rPr>
              <a:t>é</a:t>
            </a:r>
            <a:r>
              <a:rPr lang="en-US" altLang="pt-BR">
                <a:sym typeface="+mn-ea"/>
              </a:rPr>
              <a:t>m no diret</a:t>
            </a:r>
            <a:r>
              <a:rPr lang="en-US" altLang="en-US">
                <a:sym typeface="+mn-ea"/>
              </a:rPr>
              <a:t>ó</a:t>
            </a:r>
            <a:r>
              <a:rPr lang="en-US" altLang="pt-BR">
                <a:sym typeface="+mn-ea"/>
              </a:rPr>
              <a:t>rio.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--hard: Remove as mudan</a:t>
            </a:r>
            <a:r>
              <a:rPr lang="en-US" altLang="en-US">
                <a:sym typeface="+mn-ea"/>
              </a:rPr>
              <a:t>ç</a:t>
            </a:r>
            <a:r>
              <a:rPr lang="en-US" altLang="pt-BR">
                <a:sym typeface="+mn-ea"/>
              </a:rPr>
              <a:t>as do </a:t>
            </a:r>
            <a:r>
              <a:rPr lang="en-US" altLang="en-US">
                <a:sym typeface="+mn-ea"/>
              </a:rPr>
              <a:t>í</a:t>
            </a:r>
            <a:r>
              <a:rPr lang="en-US" altLang="pt-BR">
                <a:sym typeface="+mn-ea"/>
              </a:rPr>
              <a:t>ndice e do diret</a:t>
            </a:r>
            <a:r>
              <a:rPr lang="en-US" altLang="en-US">
                <a:sym typeface="+mn-ea"/>
              </a:rPr>
              <a:t>ó</a:t>
            </a:r>
            <a:r>
              <a:rPr lang="en-US" altLang="pt-BR">
                <a:sym typeface="+mn-ea"/>
              </a:rPr>
              <a:t>rio.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git reset --soft HEAD~1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# Desfaz o </a:t>
            </a:r>
            <a:r>
              <a:rPr lang="en-US" altLang="en-US">
                <a:sym typeface="+mn-ea"/>
              </a:rPr>
              <a:t>ú</a:t>
            </a:r>
            <a:r>
              <a:rPr lang="en-US" altLang="pt-BR">
                <a:sym typeface="+mn-ea"/>
              </a:rPr>
              <a:t>ltimo commit, mas mant</a:t>
            </a:r>
            <a:r>
              <a:rPr lang="en-US" altLang="en-US">
                <a:sym typeface="+mn-ea"/>
              </a:rPr>
              <a:t>é</a:t>
            </a:r>
            <a:r>
              <a:rPr lang="en-US" altLang="pt-BR">
                <a:sym typeface="+mn-ea"/>
              </a:rPr>
              <a:t>m as mudan</a:t>
            </a:r>
            <a:r>
              <a:rPr lang="en-US" altLang="en-US">
                <a:sym typeface="+mn-ea"/>
              </a:rPr>
              <a:t>ç</a:t>
            </a:r>
            <a:r>
              <a:rPr lang="en-US" altLang="pt-BR">
                <a:sym typeface="+mn-ea"/>
              </a:rPr>
              <a:t>as no staging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git reset --hard HEAD~1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>
                <a:sym typeface="+mn-ea"/>
              </a:rPr>
              <a:t># Desfaz o </a:t>
            </a:r>
            <a:r>
              <a:rPr lang="en-US" altLang="en-US">
                <a:sym typeface="+mn-ea"/>
              </a:rPr>
              <a:t>ú</a:t>
            </a:r>
            <a:r>
              <a:rPr lang="en-US" altLang="pt-BR">
                <a:sym typeface="+mn-ea"/>
              </a:rPr>
              <a:t>ltimo commit e as mudan</a:t>
            </a:r>
            <a:r>
              <a:rPr lang="en-US" altLang="en-US">
                <a:sym typeface="+mn-ea"/>
              </a:rPr>
              <a:t>ç</a:t>
            </a:r>
            <a:r>
              <a:rPr lang="en-US" altLang="pt-BR">
                <a:sym typeface="+mn-ea"/>
              </a:rPr>
              <a:t>as</a:t>
            </a:r>
            <a:endParaRPr lang="en-US" altLang="pt-B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pt-BR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pt-BR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pt-BR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pt-BR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pt-BR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pt-BR"/>
              <a:t>servi</a:t>
            </a:r>
            <a:r>
              <a:rPr lang="en-US" altLang="en-US"/>
              <a:t>ç</a:t>
            </a:r>
            <a:r>
              <a:rPr lang="en-US" altLang="pt-BR"/>
              <a:t>o gratuito que hospeda sites est</a:t>
            </a:r>
            <a:r>
              <a:rPr lang="en-US" altLang="en-US"/>
              <a:t>á</a:t>
            </a:r>
            <a:r>
              <a:rPr lang="en-US" altLang="pt-BR"/>
              <a:t>ticos diretamente de um reposit</a:t>
            </a:r>
            <a:r>
              <a:rPr lang="en-US" altLang="en-US"/>
              <a:t>ó</a:t>
            </a:r>
            <a:r>
              <a:rPr lang="en-US" altLang="pt-BR"/>
              <a:t>rio no GitHub usando arquivos HTML, CSS e JavaScript. Ele permite que desenvolvedores publiquem projetos, portf</a:t>
            </a:r>
            <a:r>
              <a:rPr lang="en-US" altLang="en-US"/>
              <a:t>ó</a:t>
            </a:r>
            <a:r>
              <a:rPr lang="en-US" altLang="pt-BR"/>
              <a:t>lios e documenta</a:t>
            </a:r>
            <a:r>
              <a:rPr lang="en-US" altLang="en-US"/>
              <a:t>çõ</a:t>
            </a:r>
            <a:r>
              <a:rPr lang="en-US" altLang="pt-BR"/>
              <a:t>es na web, usando um endere</a:t>
            </a:r>
            <a:r>
              <a:rPr lang="en-US" altLang="en-US"/>
              <a:t>ç</a:t>
            </a:r>
            <a:r>
              <a:rPr lang="en-US" altLang="pt-BR"/>
              <a:t>o como username.github.io/repository ou at</a:t>
            </a:r>
            <a:r>
              <a:rPr lang="en-US" altLang="en-US"/>
              <a:t>é</a:t>
            </a:r>
            <a:r>
              <a:rPr lang="en-US" altLang="pt-BR"/>
              <a:t> um dom</a:t>
            </a:r>
            <a:r>
              <a:rPr lang="en-US" altLang="en-US"/>
              <a:t>í</a:t>
            </a:r>
            <a:r>
              <a:rPr lang="en-US" altLang="pt-BR"/>
              <a:t>nio personalizado. O servi</a:t>
            </a:r>
            <a:r>
              <a:rPr lang="en-US" altLang="en-US"/>
              <a:t>ç</a:t>
            </a:r>
            <a:r>
              <a:rPr lang="en-US" altLang="pt-BR"/>
              <a:t>o tamb</a:t>
            </a:r>
            <a:r>
              <a:rPr lang="en-US" altLang="en-US"/>
              <a:t>é</a:t>
            </a:r>
            <a:r>
              <a:rPr lang="en-US" altLang="pt-BR"/>
              <a:t>m pode executar um processo de compila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para gerar o site a partir do c</a:t>
            </a:r>
            <a:r>
              <a:rPr lang="en-US" altLang="en-US"/>
              <a:t>ó</a:t>
            </a:r>
            <a:r>
              <a:rPr lang="en-US" altLang="pt-BR"/>
              <a:t>digo. </a:t>
            </a:r>
            <a:endParaRPr lang="en-US" altLang="pt-BR"/>
          </a:p>
          <a:p>
            <a:endParaRPr lang="en-US" altLang="pt-BR"/>
          </a:p>
          <a:p>
            <a:r>
              <a:rPr lang="en-US" altLang="pt-BR"/>
              <a:t>O que n</a:t>
            </a:r>
            <a:r>
              <a:rPr lang="en-US" altLang="en-US"/>
              <a:t>ã</a:t>
            </a:r>
            <a:r>
              <a:rPr lang="en-US" altLang="pt-BR"/>
              <a:t>o </a:t>
            </a:r>
            <a:r>
              <a:rPr lang="en-US" altLang="en-US"/>
              <a:t>é</a:t>
            </a:r>
            <a:r>
              <a:rPr lang="en-US" altLang="pt-BR"/>
              <a:t>: N</a:t>
            </a:r>
            <a:r>
              <a:rPr lang="en-US" altLang="en-US"/>
              <a:t>ã</a:t>
            </a:r>
            <a:r>
              <a:rPr lang="en-US" altLang="pt-BR"/>
              <a:t>o suporta sites que dependem de linguagens de backend (como sites feitos em WordPress), pois ele n</a:t>
            </a:r>
            <a:r>
              <a:rPr lang="en-US" altLang="en-US"/>
              <a:t>ã</a:t>
            </a:r>
            <a:r>
              <a:rPr lang="en-US" altLang="pt-BR"/>
              <a:t>o executa um servidor para rodar essas aplica</a:t>
            </a:r>
            <a:r>
              <a:rPr lang="en-US" altLang="en-US"/>
              <a:t>çõ</a:t>
            </a:r>
            <a:r>
              <a:rPr lang="en-US" altLang="pt-BR"/>
              <a:t>es. </a:t>
            </a:r>
            <a:endParaRPr lang="en-US" altLang="pt-BR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pt-BR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pt-BR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pt-BR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pt-BR"/>
              <a:t>Crie uma Branch de Funcionalidade:</a:t>
            </a:r>
            <a:endParaRPr lang="en-US" altLang="pt-BR"/>
          </a:p>
          <a:p>
            <a:r>
              <a:rPr lang="en-US" altLang="pt-BR"/>
              <a:t>Nunca trabalhe diretamente na branch main. Para cada nova funcionalidade, corre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de bug ou experimento, crie uma nova branch a partir da main com um nome descritivo (ex: nova-funcionalidade, corrigir-bug-login).</a:t>
            </a:r>
            <a:endParaRPr lang="en-US" altLang="pt-BR"/>
          </a:p>
          <a:p>
            <a:r>
              <a:rPr lang="en-US" altLang="pt-BR"/>
              <a:t>Trabalhe, Commite e Envie (Push):</a:t>
            </a:r>
            <a:endParaRPr lang="en-US" altLang="pt-BR"/>
          </a:p>
          <a:p>
            <a:r>
              <a:rPr lang="en-US" altLang="pt-BR"/>
              <a:t>Trabalhe em sua branch local, fazendo commits pequenos e frequentes, e enviando-os regularmente para o reposit</a:t>
            </a:r>
            <a:r>
              <a:rPr lang="en-US" altLang="en-US"/>
              <a:t>ó</a:t>
            </a:r>
            <a:r>
              <a:rPr lang="en-US" altLang="pt-BR"/>
              <a:t>rio remoto (GitHub). Isso serve como um backup e permite a colabora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o.</a:t>
            </a:r>
            <a:endParaRPr lang="en-US" altLang="pt-BR"/>
          </a:p>
          <a:p>
            <a:r>
              <a:rPr lang="en-US" altLang="pt-BR"/>
              <a:t>Abra um Pull Request (PR):</a:t>
            </a:r>
            <a:endParaRPr lang="en-US" altLang="pt-BR"/>
          </a:p>
          <a:p>
            <a:r>
              <a:rPr lang="en-US" altLang="pt-BR"/>
              <a:t>Quando o trabalho estiver completo (ou voc</a:t>
            </a:r>
            <a:r>
              <a:rPr lang="en-US" altLang="en-US"/>
              <a:t>ê</a:t>
            </a:r>
            <a:r>
              <a:rPr lang="en-US" altLang="pt-BR"/>
              <a:t> precisar de feedback), abra um Pull Request (PR) no GitHub. O PR </a:t>
            </a:r>
            <a:r>
              <a:rPr lang="en-US" altLang="en-US"/>
              <a:t>é</a:t>
            </a:r>
            <a:r>
              <a:rPr lang="en-US" altLang="pt-BR"/>
              <a:t> o cora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do GitHub Flow, permitindo a revis</a:t>
            </a:r>
            <a:r>
              <a:rPr lang="en-US" altLang="en-US"/>
              <a:t>ã</a:t>
            </a:r>
            <a:r>
              <a:rPr lang="en-US" altLang="pt-BR"/>
              <a:t>o do c</a:t>
            </a:r>
            <a:r>
              <a:rPr lang="en-US" altLang="en-US"/>
              <a:t>ó</a:t>
            </a:r>
            <a:r>
              <a:rPr lang="en-US" altLang="pt-BR"/>
              <a:t>digo, discuss</a:t>
            </a:r>
            <a:r>
              <a:rPr lang="en-US" altLang="en-US"/>
              <a:t>õ</a:t>
            </a:r>
            <a:r>
              <a:rPr lang="en-US" altLang="pt-BR"/>
              <a:t>es e a execu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de testes automatizados (CI/CD) antes da integra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o.</a:t>
            </a:r>
            <a:endParaRPr lang="en-US" altLang="pt-BR"/>
          </a:p>
          <a:p>
            <a:r>
              <a:rPr lang="en-US" altLang="pt-BR"/>
              <a:t>Revise e Discuta:</a:t>
            </a:r>
            <a:endParaRPr lang="en-US" altLang="pt-BR"/>
          </a:p>
          <a:p>
            <a:r>
              <a:rPr lang="en-US" altLang="pt-BR"/>
              <a:t>Outros membros da equipe revisam o c</a:t>
            </a:r>
            <a:r>
              <a:rPr lang="en-US" altLang="en-US"/>
              <a:t>ó</a:t>
            </a:r>
            <a:r>
              <a:rPr lang="en-US" altLang="pt-BR"/>
              <a:t>digo, fazem sugest</a:t>
            </a:r>
            <a:r>
              <a:rPr lang="en-US" altLang="en-US"/>
              <a:t>õ</a:t>
            </a:r>
            <a:r>
              <a:rPr lang="en-US" altLang="pt-BR"/>
              <a:t>es e aprimoramentos. A discuss</a:t>
            </a:r>
            <a:r>
              <a:rPr lang="en-US" altLang="en-US"/>
              <a:t>ã</a:t>
            </a:r>
            <a:r>
              <a:rPr lang="en-US" altLang="pt-BR"/>
              <a:t>o ocorre diretamente no PR.</a:t>
            </a:r>
            <a:endParaRPr lang="en-US" altLang="pt-BR"/>
          </a:p>
          <a:p>
            <a:r>
              <a:rPr lang="en-US" altLang="pt-BR"/>
              <a:t>Mescle (Merge) na main:</a:t>
            </a:r>
            <a:endParaRPr lang="en-US" altLang="pt-BR"/>
          </a:p>
          <a:p>
            <a:r>
              <a:rPr lang="en-US" altLang="pt-BR"/>
              <a:t>Ap</a:t>
            </a:r>
            <a:r>
              <a:rPr lang="en-US" altLang="en-US"/>
              <a:t>ó</a:t>
            </a:r>
            <a:r>
              <a:rPr lang="en-US" altLang="pt-BR"/>
              <a:t>s a aprova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(e a aprova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dos testes automatizados), a branch de funcionalidade </a:t>
            </a:r>
            <a:r>
              <a:rPr lang="en-US" altLang="en-US"/>
              <a:t>é</a:t>
            </a:r>
            <a:r>
              <a:rPr lang="en-US" altLang="pt-BR"/>
              <a:t> mesclada na branch main.</a:t>
            </a:r>
            <a:endParaRPr lang="en-US" altLang="pt-BR"/>
          </a:p>
          <a:p>
            <a:r>
              <a:rPr lang="en-US" altLang="pt-BR"/>
              <a:t>Implante (Deploy):</a:t>
            </a:r>
            <a:endParaRPr lang="en-US" altLang="pt-BR"/>
          </a:p>
          <a:p>
            <a:r>
              <a:rPr lang="en-US" altLang="pt-BR"/>
              <a:t>A mesclagem na main deve ser um gatilho para a implanta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 imediata em produ</a:t>
            </a:r>
            <a:r>
              <a:rPr lang="en-US" altLang="en-US"/>
              <a:t>ç</a:t>
            </a:r>
            <a:r>
              <a:rPr lang="en-US" altLang="en-US"/>
              <a:t>ã</a:t>
            </a:r>
            <a:r>
              <a:rPr lang="en-US" altLang="pt-BR"/>
              <a:t>o. A premissa </a:t>
            </a:r>
            <a:r>
              <a:rPr lang="en-US" altLang="en-US"/>
              <a:t>é</a:t>
            </a:r>
            <a:r>
              <a:rPr lang="en-US" altLang="pt-BR"/>
              <a:t> que a branch main esteja sempre est</a:t>
            </a:r>
            <a:r>
              <a:rPr lang="en-US" altLang="en-US"/>
              <a:t>á</a:t>
            </a:r>
            <a:r>
              <a:rPr lang="en-US" altLang="pt-BR"/>
              <a:t>vel, funcional e pronta para deploy. </a:t>
            </a:r>
            <a:endParaRPr lang="en-US" altLang="pt-BR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pt-BR"/>
              <a:t>Para registrar uma nova vers</a:t>
            </a:r>
            <a:r>
              <a:rPr lang="en-US" altLang="en-US"/>
              <a:t>ã</a:t>
            </a:r>
            <a:r>
              <a:rPr lang="en-US" altLang="pt-BR"/>
              <a:t>o,</a:t>
            </a:r>
            <a:endParaRPr lang="en-US" altLang="pt-BR"/>
          </a:p>
          <a:p>
            <a:r>
              <a:rPr lang="en-US" altLang="pt-BR"/>
              <a:t>Registrar as altera</a:t>
            </a:r>
            <a:r>
              <a:rPr lang="en-US" altLang="en-US"/>
              <a:t>çõ</a:t>
            </a:r>
            <a:r>
              <a:rPr lang="en-US" altLang="pt-BR"/>
              <a:t>es no reposit</a:t>
            </a:r>
            <a:r>
              <a:rPr lang="en-US" altLang="en-US"/>
              <a:t>ó</a:t>
            </a:r>
            <a:r>
              <a:rPr lang="en-US" altLang="pt-BR"/>
              <a:t>rio:</a:t>
            </a:r>
            <a:endParaRPr lang="en-US" alt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9" Type="http://schemas.openxmlformats.org/officeDocument/2006/relationships/image" Target="../media/image18.png"/><Relationship Id="rId18" Type="http://schemas.openxmlformats.org/officeDocument/2006/relationships/image" Target="../media/image17.png"/><Relationship Id="rId17" Type="http://schemas.openxmlformats.org/officeDocument/2006/relationships/image" Target="../media/image16.png"/><Relationship Id="rId16" Type="http://schemas.openxmlformats.org/officeDocument/2006/relationships/image" Target="../media/image15.png"/><Relationship Id="rId15" Type="http://schemas.openxmlformats.org/officeDocument/2006/relationships/image" Target="../media/image14.png"/><Relationship Id="rId14" Type="http://schemas.openxmlformats.org/officeDocument/2006/relationships/image" Target="../media/image13.png"/><Relationship Id="rId13" Type="http://schemas.openxmlformats.org/officeDocument/2006/relationships/image" Target="../media/image12.png"/><Relationship Id="rId12" Type="http://schemas.openxmlformats.org/officeDocument/2006/relationships/image" Target="../media/image11.png"/><Relationship Id="rId11" Type="http://schemas.openxmlformats.org/officeDocument/2006/relationships/image" Target="../media/image10.jpeg"/><Relationship Id="rId10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image" Target="../media/image18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object 3"/>
          <p:cNvGrpSpPr/>
          <p:nvPr userDrawn="1"/>
        </p:nvGrpSpPr>
        <p:grpSpPr>
          <a:xfrm>
            <a:off x="0" y="-6985"/>
            <a:ext cx="12200661" cy="6864569"/>
            <a:chOff x="0" y="0"/>
            <a:chExt cx="18288609" cy="10288916"/>
          </a:xfrm>
        </p:grpSpPr>
        <p:sp>
          <p:nvSpPr>
            <p:cNvPr id="97" name="object 4"/>
            <p:cNvSpPr/>
            <p:nvPr/>
          </p:nvSpPr>
          <p:spPr>
            <a:xfrm>
              <a:off x="3589305" y="7821119"/>
              <a:ext cx="398780" cy="139700"/>
            </a:xfrm>
            <a:custGeom>
              <a:avLst/>
              <a:gdLst/>
              <a:ahLst/>
              <a:cxnLst/>
              <a:rect l="l" t="t" r="r" b="b"/>
              <a:pathLst>
                <a:path w="398779" h="139700">
                  <a:moveTo>
                    <a:pt x="1857" y="139589"/>
                  </a:moveTo>
                  <a:lnTo>
                    <a:pt x="0" y="134445"/>
                  </a:lnTo>
                  <a:lnTo>
                    <a:pt x="383333" y="0"/>
                  </a:lnTo>
                  <a:lnTo>
                    <a:pt x="398764" y="8858"/>
                  </a:lnTo>
                  <a:lnTo>
                    <a:pt x="1857" y="139589"/>
                  </a:lnTo>
                  <a:close/>
                </a:path>
              </a:pathLst>
            </a:custGeom>
            <a:solidFill>
              <a:srgbClr val="00408C">
                <a:alpha val="3568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8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  <p:sp>
          <p:nvSpPr>
            <p:cNvPr id="99" name="object 6"/>
            <p:cNvSpPr/>
            <p:nvPr/>
          </p:nvSpPr>
          <p:spPr>
            <a:xfrm>
              <a:off x="4419" y="180745"/>
              <a:ext cx="18284190" cy="10106660"/>
            </a:xfrm>
            <a:custGeom>
              <a:avLst/>
              <a:gdLst/>
              <a:ahLst/>
              <a:cxnLst/>
              <a:rect l="l" t="t" r="r" b="b"/>
              <a:pathLst>
                <a:path w="18284190" h="10106660">
                  <a:moveTo>
                    <a:pt x="753529" y="7362634"/>
                  </a:moveTo>
                  <a:lnTo>
                    <a:pt x="715810" y="7367486"/>
                  </a:lnTo>
                  <a:lnTo>
                    <a:pt x="230174" y="7485075"/>
                  </a:lnTo>
                  <a:lnTo>
                    <a:pt x="8153" y="7538796"/>
                  </a:lnTo>
                  <a:lnTo>
                    <a:pt x="15151" y="7545946"/>
                  </a:lnTo>
                  <a:lnTo>
                    <a:pt x="749668" y="7370343"/>
                  </a:lnTo>
                  <a:lnTo>
                    <a:pt x="753529" y="7362634"/>
                  </a:lnTo>
                  <a:close/>
                </a:path>
                <a:path w="18284190" h="10106660">
                  <a:moveTo>
                    <a:pt x="952982" y="4593145"/>
                  </a:moveTo>
                  <a:lnTo>
                    <a:pt x="892111" y="4616285"/>
                  </a:lnTo>
                  <a:lnTo>
                    <a:pt x="637679" y="4804321"/>
                  </a:lnTo>
                  <a:lnTo>
                    <a:pt x="396062" y="4988344"/>
                  </a:lnTo>
                  <a:lnTo>
                    <a:pt x="167640" y="5167896"/>
                  </a:lnTo>
                  <a:lnTo>
                    <a:pt x="0" y="5304091"/>
                  </a:lnTo>
                  <a:lnTo>
                    <a:pt x="12001" y="5311089"/>
                  </a:lnTo>
                  <a:lnTo>
                    <a:pt x="176441" y="5178374"/>
                  </a:lnTo>
                  <a:lnTo>
                    <a:pt x="407289" y="4998212"/>
                  </a:lnTo>
                  <a:lnTo>
                    <a:pt x="651548" y="4813579"/>
                  </a:lnTo>
                  <a:lnTo>
                    <a:pt x="908850" y="4624946"/>
                  </a:lnTo>
                  <a:lnTo>
                    <a:pt x="952982" y="4593145"/>
                  </a:lnTo>
                  <a:close/>
                </a:path>
                <a:path w="18284190" h="10106660">
                  <a:moveTo>
                    <a:pt x="982560" y="4571860"/>
                  </a:moveTo>
                  <a:lnTo>
                    <a:pt x="976985" y="4574718"/>
                  </a:lnTo>
                  <a:lnTo>
                    <a:pt x="965835" y="4580140"/>
                  </a:lnTo>
                  <a:lnTo>
                    <a:pt x="966698" y="4580712"/>
                  </a:lnTo>
                  <a:lnTo>
                    <a:pt x="968692" y="4581855"/>
                  </a:lnTo>
                  <a:lnTo>
                    <a:pt x="977836" y="4575289"/>
                  </a:lnTo>
                  <a:lnTo>
                    <a:pt x="982560" y="4571860"/>
                  </a:lnTo>
                  <a:close/>
                </a:path>
                <a:path w="18284190" h="10106660">
                  <a:moveTo>
                    <a:pt x="1982825" y="4668012"/>
                  </a:moveTo>
                  <a:lnTo>
                    <a:pt x="1664360" y="4234523"/>
                  </a:lnTo>
                  <a:lnTo>
                    <a:pt x="1639633" y="4246956"/>
                  </a:lnTo>
                  <a:lnTo>
                    <a:pt x="1969820" y="4699305"/>
                  </a:lnTo>
                  <a:lnTo>
                    <a:pt x="1982825" y="4668012"/>
                  </a:lnTo>
                  <a:close/>
                </a:path>
                <a:path w="18284190" h="10106660">
                  <a:moveTo>
                    <a:pt x="4050512" y="7652093"/>
                  </a:moveTo>
                  <a:lnTo>
                    <a:pt x="4028656" y="7619238"/>
                  </a:lnTo>
                  <a:lnTo>
                    <a:pt x="3701758" y="7131609"/>
                  </a:lnTo>
                  <a:lnTo>
                    <a:pt x="3681603" y="7167461"/>
                  </a:lnTo>
                  <a:lnTo>
                    <a:pt x="3975925" y="7608951"/>
                  </a:lnTo>
                  <a:lnTo>
                    <a:pt x="4050512" y="7652093"/>
                  </a:lnTo>
                  <a:close/>
                </a:path>
                <a:path w="18284190" h="10106660">
                  <a:moveTo>
                    <a:pt x="4086949" y="7709535"/>
                  </a:moveTo>
                  <a:lnTo>
                    <a:pt x="4014647" y="7667384"/>
                  </a:lnTo>
                  <a:lnTo>
                    <a:pt x="4050792" y="7721968"/>
                  </a:lnTo>
                  <a:lnTo>
                    <a:pt x="4086949" y="7709535"/>
                  </a:lnTo>
                  <a:close/>
                </a:path>
                <a:path w="18284190" h="10106660">
                  <a:moveTo>
                    <a:pt x="4135374" y="667080"/>
                  </a:moveTo>
                  <a:lnTo>
                    <a:pt x="3706177" y="0"/>
                  </a:lnTo>
                  <a:lnTo>
                    <a:pt x="3695471" y="32004"/>
                  </a:lnTo>
                  <a:lnTo>
                    <a:pt x="4101808" y="667372"/>
                  </a:lnTo>
                  <a:lnTo>
                    <a:pt x="4135374" y="667080"/>
                  </a:lnTo>
                  <a:close/>
                </a:path>
                <a:path w="18284190" h="10106660">
                  <a:moveTo>
                    <a:pt x="5653494" y="10106266"/>
                  </a:moveTo>
                  <a:lnTo>
                    <a:pt x="5197513" y="9400883"/>
                  </a:lnTo>
                  <a:lnTo>
                    <a:pt x="4693272" y="8627161"/>
                  </a:lnTo>
                  <a:lnTo>
                    <a:pt x="4103801" y="7732395"/>
                  </a:lnTo>
                  <a:lnTo>
                    <a:pt x="4066082" y="7745400"/>
                  </a:lnTo>
                  <a:lnTo>
                    <a:pt x="4627943" y="8602751"/>
                  </a:lnTo>
                  <a:lnTo>
                    <a:pt x="5160645" y="9424606"/>
                  </a:lnTo>
                  <a:lnTo>
                    <a:pt x="5598071" y="10106266"/>
                  </a:lnTo>
                  <a:lnTo>
                    <a:pt x="5653494" y="10106266"/>
                  </a:lnTo>
                  <a:close/>
                </a:path>
                <a:path w="18284190" h="10106660">
                  <a:moveTo>
                    <a:pt x="5868594" y="10093261"/>
                  </a:moveTo>
                  <a:lnTo>
                    <a:pt x="5853265" y="10106266"/>
                  </a:lnTo>
                  <a:lnTo>
                    <a:pt x="5860135" y="10106266"/>
                  </a:lnTo>
                  <a:lnTo>
                    <a:pt x="5868594" y="10093261"/>
                  </a:lnTo>
                  <a:close/>
                </a:path>
                <a:path w="18284190" h="10106660">
                  <a:moveTo>
                    <a:pt x="5927026" y="3452863"/>
                  </a:moveTo>
                  <a:lnTo>
                    <a:pt x="5715571" y="3124098"/>
                  </a:lnTo>
                  <a:lnTo>
                    <a:pt x="5641568" y="3074809"/>
                  </a:lnTo>
                  <a:lnTo>
                    <a:pt x="5904458" y="3485718"/>
                  </a:lnTo>
                  <a:lnTo>
                    <a:pt x="5927026" y="3452863"/>
                  </a:lnTo>
                  <a:close/>
                </a:path>
                <a:path w="18284190" h="10106660">
                  <a:moveTo>
                    <a:pt x="6245072" y="3947630"/>
                  </a:moveTo>
                  <a:lnTo>
                    <a:pt x="6169203" y="3829621"/>
                  </a:lnTo>
                  <a:lnTo>
                    <a:pt x="6132347" y="3841902"/>
                  </a:lnTo>
                  <a:lnTo>
                    <a:pt x="6187922" y="3928922"/>
                  </a:lnTo>
                  <a:lnTo>
                    <a:pt x="6245072" y="3947630"/>
                  </a:lnTo>
                  <a:close/>
                </a:path>
                <a:path w="18284190" h="10106660">
                  <a:moveTo>
                    <a:pt x="6685839" y="9454756"/>
                  </a:moveTo>
                  <a:lnTo>
                    <a:pt x="6368656" y="9690036"/>
                  </a:lnTo>
                  <a:lnTo>
                    <a:pt x="6134633" y="9868522"/>
                  </a:lnTo>
                  <a:lnTo>
                    <a:pt x="6010326" y="9973246"/>
                  </a:lnTo>
                  <a:lnTo>
                    <a:pt x="5955754" y="10057397"/>
                  </a:lnTo>
                  <a:lnTo>
                    <a:pt x="6359741" y="9721024"/>
                  </a:lnTo>
                  <a:lnTo>
                    <a:pt x="6685839" y="9454756"/>
                  </a:lnTo>
                  <a:close/>
                </a:path>
                <a:path w="18284190" h="10106660">
                  <a:moveTo>
                    <a:pt x="6989877" y="9169857"/>
                  </a:moveTo>
                  <a:lnTo>
                    <a:pt x="6987591" y="9167863"/>
                  </a:lnTo>
                  <a:lnTo>
                    <a:pt x="6986448" y="9166720"/>
                  </a:lnTo>
                  <a:lnTo>
                    <a:pt x="6939305" y="9205582"/>
                  </a:lnTo>
                  <a:lnTo>
                    <a:pt x="6989877" y="9169857"/>
                  </a:lnTo>
                  <a:close/>
                </a:path>
                <a:path w="18284190" h="10106660">
                  <a:moveTo>
                    <a:pt x="7584529" y="8688794"/>
                  </a:moveTo>
                  <a:lnTo>
                    <a:pt x="7099046" y="9075356"/>
                  </a:lnTo>
                  <a:lnTo>
                    <a:pt x="7019455" y="9139999"/>
                  </a:lnTo>
                  <a:lnTo>
                    <a:pt x="7025030" y="9145283"/>
                  </a:lnTo>
                  <a:lnTo>
                    <a:pt x="7321207" y="8939682"/>
                  </a:lnTo>
                  <a:lnTo>
                    <a:pt x="7570241" y="8743518"/>
                  </a:lnTo>
                  <a:lnTo>
                    <a:pt x="7584529" y="8688794"/>
                  </a:lnTo>
                  <a:close/>
                </a:path>
                <a:path w="18284190" h="10106660">
                  <a:moveTo>
                    <a:pt x="8080159" y="6813702"/>
                  </a:moveTo>
                  <a:lnTo>
                    <a:pt x="8068437" y="6795275"/>
                  </a:lnTo>
                  <a:lnTo>
                    <a:pt x="8040586" y="6838137"/>
                  </a:lnTo>
                  <a:lnTo>
                    <a:pt x="8064017" y="6875145"/>
                  </a:lnTo>
                  <a:lnTo>
                    <a:pt x="8080159" y="6813702"/>
                  </a:lnTo>
                  <a:close/>
                </a:path>
                <a:path w="18284190" h="10106660">
                  <a:moveTo>
                    <a:pt x="8672805" y="7749108"/>
                  </a:moveTo>
                  <a:lnTo>
                    <a:pt x="8114309" y="6867284"/>
                  </a:lnTo>
                  <a:lnTo>
                    <a:pt x="8098155" y="6929145"/>
                  </a:lnTo>
                  <a:lnTo>
                    <a:pt x="8581644" y="7697533"/>
                  </a:lnTo>
                  <a:lnTo>
                    <a:pt x="8672805" y="7749108"/>
                  </a:lnTo>
                  <a:close/>
                </a:path>
                <a:path w="18284190" h="10106660">
                  <a:moveTo>
                    <a:pt x="8692947" y="7874838"/>
                  </a:moveTo>
                  <a:lnTo>
                    <a:pt x="8672944" y="7842974"/>
                  </a:lnTo>
                  <a:lnTo>
                    <a:pt x="8073758" y="8302345"/>
                  </a:lnTo>
                  <a:lnTo>
                    <a:pt x="7652677" y="8635073"/>
                  </a:lnTo>
                  <a:lnTo>
                    <a:pt x="7638250" y="8689937"/>
                  </a:lnTo>
                  <a:lnTo>
                    <a:pt x="8094789" y="8331098"/>
                  </a:lnTo>
                  <a:lnTo>
                    <a:pt x="8692947" y="7874838"/>
                  </a:lnTo>
                  <a:close/>
                </a:path>
                <a:path w="18284190" h="10106660">
                  <a:moveTo>
                    <a:pt x="8746528" y="7834122"/>
                  </a:moveTo>
                  <a:lnTo>
                    <a:pt x="8715235" y="7816266"/>
                  </a:lnTo>
                  <a:lnTo>
                    <a:pt x="8728481" y="7837360"/>
                  </a:lnTo>
                  <a:lnTo>
                    <a:pt x="8732952" y="7844409"/>
                  </a:lnTo>
                  <a:lnTo>
                    <a:pt x="8737524" y="7840980"/>
                  </a:lnTo>
                  <a:lnTo>
                    <a:pt x="8741956" y="7837551"/>
                  </a:lnTo>
                  <a:lnTo>
                    <a:pt x="8746528" y="7834122"/>
                  </a:lnTo>
                  <a:close/>
                </a:path>
                <a:path w="18284190" h="10106660">
                  <a:moveTo>
                    <a:pt x="9584779" y="9204147"/>
                  </a:moveTo>
                  <a:lnTo>
                    <a:pt x="8843962" y="8020431"/>
                  </a:lnTo>
                  <a:lnTo>
                    <a:pt x="8800681" y="8046720"/>
                  </a:lnTo>
                  <a:lnTo>
                    <a:pt x="9320454" y="8881110"/>
                  </a:lnTo>
                  <a:lnTo>
                    <a:pt x="9532912" y="9223718"/>
                  </a:lnTo>
                  <a:lnTo>
                    <a:pt x="9584779" y="9204147"/>
                  </a:lnTo>
                  <a:close/>
                </a:path>
                <a:path w="18284190" h="10106660">
                  <a:moveTo>
                    <a:pt x="9739224" y="7094741"/>
                  </a:moveTo>
                  <a:lnTo>
                    <a:pt x="9714789" y="7062305"/>
                  </a:lnTo>
                  <a:lnTo>
                    <a:pt x="9079078" y="7532776"/>
                  </a:lnTo>
                  <a:lnTo>
                    <a:pt x="9037129" y="7564653"/>
                  </a:lnTo>
                  <a:lnTo>
                    <a:pt x="8743531" y="7789113"/>
                  </a:lnTo>
                  <a:lnTo>
                    <a:pt x="8779104" y="7809255"/>
                  </a:lnTo>
                  <a:lnTo>
                    <a:pt x="9102242" y="7563713"/>
                  </a:lnTo>
                  <a:lnTo>
                    <a:pt x="9739224" y="7094741"/>
                  </a:lnTo>
                  <a:close/>
                </a:path>
                <a:path w="18284190" h="10106660">
                  <a:moveTo>
                    <a:pt x="10138994" y="10106266"/>
                  </a:moveTo>
                  <a:lnTo>
                    <a:pt x="10040836" y="9944951"/>
                  </a:lnTo>
                  <a:lnTo>
                    <a:pt x="9606343" y="9239440"/>
                  </a:lnTo>
                  <a:lnTo>
                    <a:pt x="9554629" y="9259011"/>
                  </a:lnTo>
                  <a:lnTo>
                    <a:pt x="9994252" y="9973386"/>
                  </a:lnTo>
                  <a:lnTo>
                    <a:pt x="10075113" y="10106266"/>
                  </a:lnTo>
                  <a:lnTo>
                    <a:pt x="10138994" y="10106266"/>
                  </a:lnTo>
                  <a:close/>
                </a:path>
                <a:path w="18284190" h="10106660">
                  <a:moveTo>
                    <a:pt x="10316146" y="6675260"/>
                  </a:moveTo>
                  <a:lnTo>
                    <a:pt x="10293147" y="6639687"/>
                  </a:lnTo>
                  <a:lnTo>
                    <a:pt x="10058260" y="6808419"/>
                  </a:lnTo>
                  <a:lnTo>
                    <a:pt x="9750361" y="7036016"/>
                  </a:lnTo>
                  <a:lnTo>
                    <a:pt x="9774936" y="7068312"/>
                  </a:lnTo>
                  <a:lnTo>
                    <a:pt x="10082695" y="6841998"/>
                  </a:lnTo>
                  <a:lnTo>
                    <a:pt x="10316146" y="6675260"/>
                  </a:lnTo>
                  <a:close/>
                </a:path>
                <a:path w="18284190" h="10106660">
                  <a:moveTo>
                    <a:pt x="10565321" y="6497523"/>
                  </a:moveTo>
                  <a:lnTo>
                    <a:pt x="10541610" y="6461519"/>
                  </a:lnTo>
                  <a:lnTo>
                    <a:pt x="10330866" y="6612687"/>
                  </a:lnTo>
                  <a:lnTo>
                    <a:pt x="10354018" y="6648259"/>
                  </a:lnTo>
                  <a:lnTo>
                    <a:pt x="10565321" y="6497523"/>
                  </a:lnTo>
                  <a:close/>
                </a:path>
                <a:path w="18284190" h="10106660">
                  <a:moveTo>
                    <a:pt x="11611458" y="5761723"/>
                  </a:moveTo>
                  <a:lnTo>
                    <a:pt x="11556022" y="5743435"/>
                  </a:lnTo>
                  <a:lnTo>
                    <a:pt x="11497158" y="5784583"/>
                  </a:lnTo>
                  <a:lnTo>
                    <a:pt x="11053509" y="6094412"/>
                  </a:lnTo>
                  <a:lnTo>
                    <a:pt x="10583901" y="6431089"/>
                  </a:lnTo>
                  <a:lnTo>
                    <a:pt x="10607764" y="6467094"/>
                  </a:lnTo>
                  <a:lnTo>
                    <a:pt x="11079290" y="6130937"/>
                  </a:lnTo>
                  <a:lnTo>
                    <a:pt x="11611458" y="5761723"/>
                  </a:lnTo>
                  <a:close/>
                </a:path>
                <a:path w="18284190" h="10106660">
                  <a:moveTo>
                    <a:pt x="12655728" y="5047920"/>
                  </a:moveTo>
                  <a:lnTo>
                    <a:pt x="12638723" y="5037772"/>
                  </a:lnTo>
                  <a:lnTo>
                    <a:pt x="12546571" y="5060912"/>
                  </a:lnTo>
                  <a:lnTo>
                    <a:pt x="11962435" y="5459488"/>
                  </a:lnTo>
                  <a:lnTo>
                    <a:pt x="11611026" y="5705145"/>
                  </a:lnTo>
                  <a:lnTo>
                    <a:pt x="11666753" y="5723433"/>
                  </a:lnTo>
                  <a:lnTo>
                    <a:pt x="11742611" y="5670702"/>
                  </a:lnTo>
                  <a:lnTo>
                    <a:pt x="12110771" y="5416245"/>
                  </a:lnTo>
                  <a:lnTo>
                    <a:pt x="12655728" y="5047920"/>
                  </a:lnTo>
                  <a:close/>
                </a:path>
                <a:path w="18284190" h="10106660">
                  <a:moveTo>
                    <a:pt x="12727737" y="4972761"/>
                  </a:moveTo>
                  <a:lnTo>
                    <a:pt x="12725883" y="4962906"/>
                  </a:lnTo>
                  <a:lnTo>
                    <a:pt x="12723597" y="4948479"/>
                  </a:lnTo>
                  <a:lnTo>
                    <a:pt x="12722314" y="4941328"/>
                  </a:lnTo>
                  <a:lnTo>
                    <a:pt x="12647295" y="4992484"/>
                  </a:lnTo>
                  <a:lnTo>
                    <a:pt x="12648438" y="4993056"/>
                  </a:lnTo>
                  <a:lnTo>
                    <a:pt x="12727737" y="4972761"/>
                  </a:lnTo>
                  <a:close/>
                </a:path>
                <a:path w="18284190" h="10106660">
                  <a:moveTo>
                    <a:pt x="13423392" y="4534281"/>
                  </a:moveTo>
                  <a:lnTo>
                    <a:pt x="13223520" y="4603140"/>
                  </a:lnTo>
                  <a:lnTo>
                    <a:pt x="12760173" y="4915611"/>
                  </a:lnTo>
                  <a:lnTo>
                    <a:pt x="12768034" y="4962334"/>
                  </a:lnTo>
                  <a:lnTo>
                    <a:pt x="12790742" y="4956480"/>
                  </a:lnTo>
                  <a:lnTo>
                    <a:pt x="12957480" y="4843894"/>
                  </a:lnTo>
                  <a:lnTo>
                    <a:pt x="13423392" y="4534281"/>
                  </a:lnTo>
                  <a:close/>
                </a:path>
                <a:path w="18284190" h="10106660">
                  <a:moveTo>
                    <a:pt x="15041309" y="3476574"/>
                  </a:moveTo>
                  <a:lnTo>
                    <a:pt x="14976882" y="3453142"/>
                  </a:lnTo>
                  <a:lnTo>
                    <a:pt x="14578965" y="3711321"/>
                  </a:lnTo>
                  <a:lnTo>
                    <a:pt x="14009523" y="4081348"/>
                  </a:lnTo>
                  <a:lnTo>
                    <a:pt x="13400824" y="4485271"/>
                  </a:lnTo>
                  <a:lnTo>
                    <a:pt x="13604139" y="4414977"/>
                  </a:lnTo>
                  <a:lnTo>
                    <a:pt x="14168057" y="4042702"/>
                  </a:lnTo>
                  <a:lnTo>
                    <a:pt x="15041309" y="3476574"/>
                  </a:lnTo>
                  <a:close/>
                </a:path>
                <a:path w="18284190" h="10106660">
                  <a:moveTo>
                    <a:pt x="15122462" y="3359708"/>
                  </a:moveTo>
                  <a:lnTo>
                    <a:pt x="15028317" y="3419995"/>
                  </a:lnTo>
                  <a:lnTo>
                    <a:pt x="15093036" y="3443427"/>
                  </a:lnTo>
                  <a:lnTo>
                    <a:pt x="15114321" y="3429711"/>
                  </a:lnTo>
                  <a:lnTo>
                    <a:pt x="15122462" y="3359708"/>
                  </a:lnTo>
                  <a:close/>
                </a:path>
                <a:path w="18284190" h="10106660">
                  <a:moveTo>
                    <a:pt x="15434082" y="3225406"/>
                  </a:moveTo>
                  <a:lnTo>
                    <a:pt x="15430500" y="3162820"/>
                  </a:lnTo>
                  <a:lnTo>
                    <a:pt x="15167471" y="3330841"/>
                  </a:lnTo>
                  <a:lnTo>
                    <a:pt x="15159470" y="3400856"/>
                  </a:lnTo>
                  <a:lnTo>
                    <a:pt x="15434082" y="3225406"/>
                  </a:lnTo>
                  <a:close/>
                </a:path>
                <a:path w="18284190" h="10106660">
                  <a:moveTo>
                    <a:pt x="16097441" y="2738767"/>
                  </a:moveTo>
                  <a:lnTo>
                    <a:pt x="15466797" y="3139681"/>
                  </a:lnTo>
                  <a:lnTo>
                    <a:pt x="15470658" y="3202114"/>
                  </a:lnTo>
                  <a:lnTo>
                    <a:pt x="16097161" y="2803918"/>
                  </a:lnTo>
                  <a:lnTo>
                    <a:pt x="16097441" y="2738767"/>
                  </a:lnTo>
                  <a:close/>
                </a:path>
                <a:path w="18284190" h="10106660">
                  <a:moveTo>
                    <a:pt x="18283581" y="1383601"/>
                  </a:moveTo>
                  <a:lnTo>
                    <a:pt x="17395317" y="1929384"/>
                  </a:lnTo>
                  <a:lnTo>
                    <a:pt x="16133598" y="2715768"/>
                  </a:lnTo>
                  <a:lnTo>
                    <a:pt x="16133598" y="2781058"/>
                  </a:lnTo>
                  <a:lnTo>
                    <a:pt x="18283581" y="1437182"/>
                  </a:lnTo>
                  <a:lnTo>
                    <a:pt x="18283581" y="1383601"/>
                  </a:lnTo>
                  <a:close/>
                </a:path>
              </a:pathLst>
            </a:custGeom>
            <a:solidFill>
              <a:srgbClr val="00408C">
                <a:alpha val="3568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0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63837" y="0"/>
              <a:ext cx="112764" cy="159877"/>
            </a:xfrm>
            <a:prstGeom prst="rect">
              <a:avLst/>
            </a:prstGeom>
          </p:spPr>
        </p:pic>
        <p:sp>
          <p:nvSpPr>
            <p:cNvPr id="101" name="object 8"/>
            <p:cNvSpPr/>
            <p:nvPr/>
          </p:nvSpPr>
          <p:spPr>
            <a:xfrm>
              <a:off x="4120515" y="870254"/>
              <a:ext cx="3925570" cy="6106160"/>
            </a:xfrm>
            <a:custGeom>
              <a:avLst/>
              <a:gdLst/>
              <a:ahLst/>
              <a:cxnLst/>
              <a:rect l="l" t="t" r="r" b="b"/>
              <a:pathLst>
                <a:path w="3925570" h="6106159">
                  <a:moveTo>
                    <a:pt x="1112558" y="1677212"/>
                  </a:moveTo>
                  <a:lnTo>
                    <a:pt x="33718" y="0"/>
                  </a:lnTo>
                  <a:lnTo>
                    <a:pt x="0" y="292"/>
                  </a:lnTo>
                  <a:lnTo>
                    <a:pt x="591921" y="925982"/>
                  </a:lnTo>
                  <a:lnTo>
                    <a:pt x="1082421" y="1692643"/>
                  </a:lnTo>
                  <a:lnTo>
                    <a:pt x="1112558" y="1677212"/>
                  </a:lnTo>
                  <a:close/>
                </a:path>
                <a:path w="3925570" h="6106159">
                  <a:moveTo>
                    <a:pt x="2035962" y="3113252"/>
                  </a:moveTo>
                  <a:lnTo>
                    <a:pt x="1837080" y="2804071"/>
                  </a:lnTo>
                  <a:lnTo>
                    <a:pt x="1814652" y="2837218"/>
                  </a:lnTo>
                  <a:lnTo>
                    <a:pt x="1999107" y="3125686"/>
                  </a:lnTo>
                  <a:lnTo>
                    <a:pt x="2035962" y="3113252"/>
                  </a:lnTo>
                  <a:close/>
                </a:path>
                <a:path w="3925570" h="6106159">
                  <a:moveTo>
                    <a:pt x="3925341" y="6063335"/>
                  </a:moveTo>
                  <a:lnTo>
                    <a:pt x="3731031" y="5758294"/>
                  </a:lnTo>
                  <a:lnTo>
                    <a:pt x="3687026" y="5773445"/>
                  </a:lnTo>
                  <a:lnTo>
                    <a:pt x="3897477" y="6106058"/>
                  </a:lnTo>
                  <a:lnTo>
                    <a:pt x="3925341" y="6063335"/>
                  </a:lnTo>
                  <a:close/>
                </a:path>
              </a:pathLst>
            </a:custGeom>
            <a:solidFill>
              <a:srgbClr val="00408C">
                <a:alpha val="3568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2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38668" y="6367509"/>
              <a:ext cx="192023" cy="243602"/>
            </a:xfrm>
            <a:prstGeom prst="rect">
              <a:avLst/>
            </a:prstGeom>
          </p:spPr>
        </p:pic>
        <p:sp>
          <p:nvSpPr>
            <p:cNvPr id="103" name="object 10"/>
            <p:cNvSpPr/>
            <p:nvPr/>
          </p:nvSpPr>
          <p:spPr>
            <a:xfrm>
              <a:off x="0" y="11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753808" y="5945022"/>
                  </a:moveTo>
                  <a:lnTo>
                    <a:pt x="740803" y="5937593"/>
                  </a:lnTo>
                  <a:lnTo>
                    <a:pt x="0" y="6217628"/>
                  </a:lnTo>
                  <a:lnTo>
                    <a:pt x="0" y="6226911"/>
                  </a:lnTo>
                  <a:lnTo>
                    <a:pt x="753808" y="5945022"/>
                  </a:lnTo>
                  <a:close/>
                </a:path>
                <a:path w="18288000" h="10287000">
                  <a:moveTo>
                    <a:pt x="951255" y="4770158"/>
                  </a:moveTo>
                  <a:lnTo>
                    <a:pt x="895680" y="4736731"/>
                  </a:lnTo>
                  <a:lnTo>
                    <a:pt x="0" y="5170932"/>
                  </a:lnTo>
                  <a:lnTo>
                    <a:pt x="0" y="5231358"/>
                  </a:lnTo>
                  <a:lnTo>
                    <a:pt x="896531" y="4797018"/>
                  </a:lnTo>
                  <a:lnTo>
                    <a:pt x="951255" y="4770158"/>
                  </a:lnTo>
                  <a:close/>
                </a:path>
                <a:path w="18288000" h="10287000">
                  <a:moveTo>
                    <a:pt x="1059129" y="8959545"/>
                  </a:moveTo>
                  <a:lnTo>
                    <a:pt x="1046835" y="8943975"/>
                  </a:lnTo>
                  <a:lnTo>
                    <a:pt x="0" y="9306306"/>
                  </a:lnTo>
                  <a:lnTo>
                    <a:pt x="0" y="9323019"/>
                  </a:lnTo>
                  <a:lnTo>
                    <a:pt x="1059129" y="8959545"/>
                  </a:lnTo>
                  <a:close/>
                </a:path>
                <a:path w="18288000" h="10287000">
                  <a:moveTo>
                    <a:pt x="1152715" y="8907399"/>
                  </a:moveTo>
                  <a:lnTo>
                    <a:pt x="1082128" y="8931821"/>
                  </a:lnTo>
                  <a:lnTo>
                    <a:pt x="1086269" y="8937117"/>
                  </a:lnTo>
                  <a:lnTo>
                    <a:pt x="1090422" y="8942108"/>
                  </a:lnTo>
                  <a:lnTo>
                    <a:pt x="1094562" y="8947404"/>
                  </a:lnTo>
                  <a:lnTo>
                    <a:pt x="1151851" y="8927681"/>
                  </a:lnTo>
                  <a:lnTo>
                    <a:pt x="1152715" y="8907399"/>
                  </a:lnTo>
                  <a:close/>
                </a:path>
                <a:path w="18288000" h="10287000">
                  <a:moveTo>
                    <a:pt x="1281582" y="5733288"/>
                  </a:moveTo>
                  <a:lnTo>
                    <a:pt x="767803" y="5927306"/>
                  </a:lnTo>
                  <a:lnTo>
                    <a:pt x="780948" y="5935027"/>
                  </a:lnTo>
                  <a:lnTo>
                    <a:pt x="1281010" y="5748147"/>
                  </a:lnTo>
                  <a:lnTo>
                    <a:pt x="1281582" y="5733288"/>
                  </a:lnTo>
                  <a:close/>
                </a:path>
                <a:path w="18288000" h="10287000">
                  <a:moveTo>
                    <a:pt x="1330871" y="4522419"/>
                  </a:moveTo>
                  <a:lnTo>
                    <a:pt x="914400" y="4727587"/>
                  </a:lnTo>
                  <a:lnTo>
                    <a:pt x="970254" y="4760874"/>
                  </a:lnTo>
                  <a:lnTo>
                    <a:pt x="1328305" y="4584420"/>
                  </a:lnTo>
                  <a:lnTo>
                    <a:pt x="1330871" y="4522419"/>
                  </a:lnTo>
                  <a:close/>
                </a:path>
                <a:path w="18288000" h="10287000">
                  <a:moveTo>
                    <a:pt x="1674774" y="5585841"/>
                  </a:moveTo>
                  <a:lnTo>
                    <a:pt x="1324165" y="5717286"/>
                  </a:lnTo>
                  <a:lnTo>
                    <a:pt x="1323594" y="5732284"/>
                  </a:lnTo>
                  <a:lnTo>
                    <a:pt x="1666341" y="5604980"/>
                  </a:lnTo>
                  <a:lnTo>
                    <a:pt x="1674774" y="5585841"/>
                  </a:lnTo>
                  <a:close/>
                </a:path>
                <a:path w="18288000" h="10287000">
                  <a:moveTo>
                    <a:pt x="2056396" y="5461254"/>
                  </a:moveTo>
                  <a:lnTo>
                    <a:pt x="2039251" y="5449824"/>
                  </a:lnTo>
                  <a:lnTo>
                    <a:pt x="1719491" y="5569115"/>
                  </a:lnTo>
                  <a:lnTo>
                    <a:pt x="1710918" y="5588546"/>
                  </a:lnTo>
                  <a:lnTo>
                    <a:pt x="2056396" y="5461254"/>
                  </a:lnTo>
                  <a:close/>
                </a:path>
                <a:path w="18288000" h="10287000">
                  <a:moveTo>
                    <a:pt x="3139097" y="8219884"/>
                  </a:moveTo>
                  <a:lnTo>
                    <a:pt x="2073681" y="8588642"/>
                  </a:lnTo>
                  <a:lnTo>
                    <a:pt x="1205572" y="8889111"/>
                  </a:lnTo>
                  <a:lnTo>
                    <a:pt x="1204722" y="8909685"/>
                  </a:lnTo>
                  <a:lnTo>
                    <a:pt x="3121241" y="8251888"/>
                  </a:lnTo>
                  <a:lnTo>
                    <a:pt x="3139097" y="8219884"/>
                  </a:lnTo>
                  <a:close/>
                </a:path>
                <a:path w="18288000" h="10287000">
                  <a:moveTo>
                    <a:pt x="3400133" y="4972050"/>
                  </a:moveTo>
                  <a:lnTo>
                    <a:pt x="3375418" y="4958042"/>
                  </a:lnTo>
                  <a:lnTo>
                    <a:pt x="2065680" y="5440108"/>
                  </a:lnTo>
                  <a:lnTo>
                    <a:pt x="2082965" y="5451386"/>
                  </a:lnTo>
                  <a:lnTo>
                    <a:pt x="2350579" y="5353088"/>
                  </a:lnTo>
                  <a:lnTo>
                    <a:pt x="3400133" y="4972050"/>
                  </a:lnTo>
                  <a:close/>
                </a:path>
                <a:path w="18288000" h="10287000">
                  <a:moveTo>
                    <a:pt x="4122369" y="7908264"/>
                  </a:moveTo>
                  <a:lnTo>
                    <a:pt x="4091368" y="7890269"/>
                  </a:lnTo>
                  <a:lnTo>
                    <a:pt x="3216821" y="8192871"/>
                  </a:lnTo>
                  <a:lnTo>
                    <a:pt x="3198825" y="8225307"/>
                  </a:lnTo>
                  <a:lnTo>
                    <a:pt x="4122369" y="7908264"/>
                  </a:lnTo>
                  <a:close/>
                </a:path>
                <a:path w="18288000" h="10287000">
                  <a:moveTo>
                    <a:pt x="5001196" y="7606805"/>
                  </a:moveTo>
                  <a:lnTo>
                    <a:pt x="4974183" y="7584656"/>
                  </a:lnTo>
                  <a:lnTo>
                    <a:pt x="4130510" y="7876692"/>
                  </a:lnTo>
                  <a:lnTo>
                    <a:pt x="4161802" y="7894841"/>
                  </a:lnTo>
                  <a:lnTo>
                    <a:pt x="5001196" y="7606805"/>
                  </a:lnTo>
                  <a:close/>
                </a:path>
                <a:path w="18288000" h="10287000">
                  <a:moveTo>
                    <a:pt x="5558256" y="4186377"/>
                  </a:moveTo>
                  <a:lnTo>
                    <a:pt x="4819167" y="4442549"/>
                  </a:lnTo>
                  <a:lnTo>
                    <a:pt x="3593020" y="4878603"/>
                  </a:lnTo>
                  <a:lnTo>
                    <a:pt x="3405416" y="4947043"/>
                  </a:lnTo>
                  <a:lnTo>
                    <a:pt x="3430282" y="4961191"/>
                  </a:lnTo>
                  <a:lnTo>
                    <a:pt x="4512983" y="4576851"/>
                  </a:lnTo>
                  <a:lnTo>
                    <a:pt x="5532120" y="4225950"/>
                  </a:lnTo>
                  <a:lnTo>
                    <a:pt x="5558256" y="4186377"/>
                  </a:lnTo>
                  <a:close/>
                </a:path>
                <a:path w="18288000" h="10287000">
                  <a:moveTo>
                    <a:pt x="5677420" y="3238538"/>
                  </a:moveTo>
                  <a:lnTo>
                    <a:pt x="5637987" y="3177108"/>
                  </a:lnTo>
                  <a:lnTo>
                    <a:pt x="5257647" y="2585885"/>
                  </a:lnTo>
                  <a:lnTo>
                    <a:pt x="5227510" y="2601315"/>
                  </a:lnTo>
                  <a:lnTo>
                    <a:pt x="5605119" y="3191675"/>
                  </a:lnTo>
                  <a:lnTo>
                    <a:pt x="5677420" y="3238538"/>
                  </a:lnTo>
                  <a:close/>
                </a:path>
                <a:path w="18288000" h="10287000">
                  <a:moveTo>
                    <a:pt x="5975312" y="4076928"/>
                  </a:moveTo>
                  <a:lnTo>
                    <a:pt x="5927598" y="4061079"/>
                  </a:lnTo>
                  <a:lnTo>
                    <a:pt x="5630837" y="4161802"/>
                  </a:lnTo>
                  <a:lnTo>
                    <a:pt x="5604268" y="4201807"/>
                  </a:lnTo>
                  <a:lnTo>
                    <a:pt x="5975312" y="4076928"/>
                  </a:lnTo>
                  <a:close/>
                </a:path>
                <a:path w="18288000" h="10287000">
                  <a:moveTo>
                    <a:pt x="6531673" y="3893058"/>
                  </a:moveTo>
                  <a:lnTo>
                    <a:pt x="6501663" y="3869334"/>
                  </a:lnTo>
                  <a:lnTo>
                    <a:pt x="6224778" y="3960342"/>
                  </a:lnTo>
                  <a:lnTo>
                    <a:pt x="5984887" y="4041648"/>
                  </a:lnTo>
                  <a:lnTo>
                    <a:pt x="6033173" y="4057497"/>
                  </a:lnTo>
                  <a:lnTo>
                    <a:pt x="6234633" y="3989781"/>
                  </a:lnTo>
                  <a:lnTo>
                    <a:pt x="6531673" y="3893058"/>
                  </a:lnTo>
                  <a:close/>
                </a:path>
                <a:path w="18288000" h="10287000">
                  <a:moveTo>
                    <a:pt x="6532092" y="731939"/>
                  </a:moveTo>
                  <a:lnTo>
                    <a:pt x="6002299" y="0"/>
                  </a:lnTo>
                  <a:lnTo>
                    <a:pt x="5964847" y="0"/>
                  </a:lnTo>
                  <a:lnTo>
                    <a:pt x="6329210" y="503339"/>
                  </a:lnTo>
                  <a:lnTo>
                    <a:pt x="6480086" y="715225"/>
                  </a:lnTo>
                  <a:lnTo>
                    <a:pt x="6532092" y="731939"/>
                  </a:lnTo>
                  <a:close/>
                </a:path>
                <a:path w="18288000" h="10287000">
                  <a:moveTo>
                    <a:pt x="6598247" y="824382"/>
                  </a:moveTo>
                  <a:lnTo>
                    <a:pt x="6563957" y="776516"/>
                  </a:lnTo>
                  <a:lnTo>
                    <a:pt x="6511671" y="759663"/>
                  </a:lnTo>
                  <a:lnTo>
                    <a:pt x="6558381" y="824953"/>
                  </a:lnTo>
                  <a:lnTo>
                    <a:pt x="6598247" y="824382"/>
                  </a:lnTo>
                  <a:close/>
                </a:path>
                <a:path w="18288000" h="10287000">
                  <a:moveTo>
                    <a:pt x="6892137" y="6957860"/>
                  </a:moveTo>
                  <a:lnTo>
                    <a:pt x="6851713" y="6934860"/>
                  </a:lnTo>
                  <a:lnTo>
                    <a:pt x="5012334" y="7571511"/>
                  </a:lnTo>
                  <a:lnTo>
                    <a:pt x="5039626" y="7593520"/>
                  </a:lnTo>
                  <a:lnTo>
                    <a:pt x="6892137" y="6957860"/>
                  </a:lnTo>
                  <a:close/>
                </a:path>
                <a:path w="18288000" h="10287000">
                  <a:moveTo>
                    <a:pt x="7139597" y="1580908"/>
                  </a:moveTo>
                  <a:lnTo>
                    <a:pt x="6619253" y="853668"/>
                  </a:lnTo>
                  <a:lnTo>
                    <a:pt x="6579108" y="854100"/>
                  </a:lnTo>
                  <a:lnTo>
                    <a:pt x="6751701" y="1096276"/>
                  </a:lnTo>
                  <a:lnTo>
                    <a:pt x="7107745" y="1596910"/>
                  </a:lnTo>
                  <a:lnTo>
                    <a:pt x="7139597" y="1580908"/>
                  </a:lnTo>
                  <a:close/>
                </a:path>
                <a:path w="18288000" h="10287000">
                  <a:moveTo>
                    <a:pt x="7238898" y="1720494"/>
                  </a:moveTo>
                  <a:lnTo>
                    <a:pt x="7163600" y="1614627"/>
                  </a:lnTo>
                  <a:lnTo>
                    <a:pt x="7131748" y="1630768"/>
                  </a:lnTo>
                  <a:lnTo>
                    <a:pt x="7156742" y="1665922"/>
                  </a:lnTo>
                  <a:lnTo>
                    <a:pt x="7238898" y="1720494"/>
                  </a:lnTo>
                  <a:close/>
                </a:path>
                <a:path w="18288000" h="10287000">
                  <a:moveTo>
                    <a:pt x="7265759" y="1775650"/>
                  </a:moveTo>
                  <a:lnTo>
                    <a:pt x="7206323" y="1735924"/>
                  </a:lnTo>
                  <a:lnTo>
                    <a:pt x="7249477" y="1797215"/>
                  </a:lnTo>
                  <a:lnTo>
                    <a:pt x="7265759" y="1775650"/>
                  </a:lnTo>
                  <a:close/>
                </a:path>
                <a:path w="18288000" h="10287000">
                  <a:moveTo>
                    <a:pt x="7666520" y="6338354"/>
                  </a:moveTo>
                  <a:lnTo>
                    <a:pt x="6281496" y="4178236"/>
                  </a:lnTo>
                  <a:lnTo>
                    <a:pt x="6224054" y="4159224"/>
                  </a:lnTo>
                  <a:lnTo>
                    <a:pt x="7266051" y="5790577"/>
                  </a:lnTo>
                  <a:lnTo>
                    <a:pt x="7620381" y="6347930"/>
                  </a:lnTo>
                  <a:lnTo>
                    <a:pt x="7666520" y="6338354"/>
                  </a:lnTo>
                  <a:close/>
                </a:path>
                <a:path w="18288000" h="10287000">
                  <a:moveTo>
                    <a:pt x="8078571" y="3402419"/>
                  </a:moveTo>
                  <a:lnTo>
                    <a:pt x="8058150" y="3370846"/>
                  </a:lnTo>
                  <a:lnTo>
                    <a:pt x="7134174" y="3661880"/>
                  </a:lnTo>
                  <a:lnTo>
                    <a:pt x="6540246" y="3856621"/>
                  </a:lnTo>
                  <a:lnTo>
                    <a:pt x="6570535" y="3880485"/>
                  </a:lnTo>
                  <a:lnTo>
                    <a:pt x="7144461" y="3693884"/>
                  </a:lnTo>
                  <a:lnTo>
                    <a:pt x="8078571" y="3402419"/>
                  </a:lnTo>
                  <a:close/>
                </a:path>
                <a:path w="18288000" h="10287000">
                  <a:moveTo>
                    <a:pt x="8226311" y="6459093"/>
                  </a:moveTo>
                  <a:lnTo>
                    <a:pt x="7786967" y="6611112"/>
                  </a:lnTo>
                  <a:lnTo>
                    <a:pt x="6893280" y="6920433"/>
                  </a:lnTo>
                  <a:lnTo>
                    <a:pt x="6933857" y="6943433"/>
                  </a:lnTo>
                  <a:lnTo>
                    <a:pt x="8214449" y="6503949"/>
                  </a:lnTo>
                  <a:lnTo>
                    <a:pt x="8226311" y="6459093"/>
                  </a:lnTo>
                  <a:close/>
                </a:path>
                <a:path w="18288000" h="10287000">
                  <a:moveTo>
                    <a:pt x="8391614" y="6401790"/>
                  </a:moveTo>
                  <a:lnTo>
                    <a:pt x="8276882" y="6441516"/>
                  </a:lnTo>
                  <a:lnTo>
                    <a:pt x="8265173" y="6486665"/>
                  </a:lnTo>
                  <a:lnTo>
                    <a:pt x="8357044" y="6455092"/>
                  </a:lnTo>
                  <a:lnTo>
                    <a:pt x="8391614" y="6401790"/>
                  </a:lnTo>
                  <a:close/>
                </a:path>
                <a:path w="18288000" h="10287000">
                  <a:moveTo>
                    <a:pt x="8754516" y="825525"/>
                  </a:moveTo>
                  <a:lnTo>
                    <a:pt x="8665794" y="826960"/>
                  </a:lnTo>
                  <a:lnTo>
                    <a:pt x="7933131" y="1185862"/>
                  </a:lnTo>
                  <a:lnTo>
                    <a:pt x="7986420" y="1203147"/>
                  </a:lnTo>
                  <a:lnTo>
                    <a:pt x="8754516" y="825525"/>
                  </a:lnTo>
                  <a:close/>
                </a:path>
                <a:path w="18288000" h="10287000">
                  <a:moveTo>
                    <a:pt x="8822665" y="8160296"/>
                  </a:moveTo>
                  <a:lnTo>
                    <a:pt x="8719655" y="7996999"/>
                  </a:lnTo>
                  <a:lnTo>
                    <a:pt x="8627935" y="7944840"/>
                  </a:lnTo>
                  <a:lnTo>
                    <a:pt x="8779383" y="8186445"/>
                  </a:lnTo>
                  <a:lnTo>
                    <a:pt x="8822665" y="8160296"/>
                  </a:lnTo>
                  <a:close/>
                </a:path>
                <a:path w="18288000" h="10287000">
                  <a:moveTo>
                    <a:pt x="8863241" y="4050360"/>
                  </a:moveTo>
                  <a:lnTo>
                    <a:pt x="8337182" y="3286544"/>
                  </a:lnTo>
                  <a:lnTo>
                    <a:pt x="7295337" y="1800072"/>
                  </a:lnTo>
                  <a:lnTo>
                    <a:pt x="7272756" y="1830082"/>
                  </a:lnTo>
                  <a:lnTo>
                    <a:pt x="8291462" y="3300387"/>
                  </a:lnTo>
                  <a:lnTo>
                    <a:pt x="8093291" y="3360128"/>
                  </a:lnTo>
                  <a:lnTo>
                    <a:pt x="8114004" y="3391852"/>
                  </a:lnTo>
                  <a:lnTo>
                    <a:pt x="8313521" y="3332226"/>
                  </a:lnTo>
                  <a:lnTo>
                    <a:pt x="8848814" y="4104792"/>
                  </a:lnTo>
                  <a:lnTo>
                    <a:pt x="8863241" y="4050360"/>
                  </a:lnTo>
                  <a:close/>
                </a:path>
                <a:path w="18288000" h="10287000">
                  <a:moveTo>
                    <a:pt x="8934539" y="6256921"/>
                  </a:moveTo>
                  <a:lnTo>
                    <a:pt x="8906675" y="6223635"/>
                  </a:lnTo>
                  <a:lnTo>
                    <a:pt x="8459914" y="6378219"/>
                  </a:lnTo>
                  <a:lnTo>
                    <a:pt x="8425332" y="6431661"/>
                  </a:lnTo>
                  <a:lnTo>
                    <a:pt x="8934539" y="6256921"/>
                  </a:lnTo>
                  <a:close/>
                </a:path>
                <a:path w="18288000" h="10287000">
                  <a:moveTo>
                    <a:pt x="9127426" y="3051238"/>
                  </a:moveTo>
                  <a:lnTo>
                    <a:pt x="8935212" y="3106407"/>
                  </a:lnTo>
                  <a:lnTo>
                    <a:pt x="8613648" y="3203257"/>
                  </a:lnTo>
                  <a:lnTo>
                    <a:pt x="8337182" y="3286544"/>
                  </a:lnTo>
                  <a:lnTo>
                    <a:pt x="8359330" y="3318548"/>
                  </a:lnTo>
                  <a:lnTo>
                    <a:pt x="8952459" y="3141649"/>
                  </a:lnTo>
                  <a:lnTo>
                    <a:pt x="9115844" y="3095244"/>
                  </a:lnTo>
                  <a:lnTo>
                    <a:pt x="9127426" y="3051238"/>
                  </a:lnTo>
                  <a:close/>
                </a:path>
                <a:path w="18288000" h="10287000">
                  <a:moveTo>
                    <a:pt x="9223007" y="3064802"/>
                  </a:moveTo>
                  <a:lnTo>
                    <a:pt x="9179281" y="3036379"/>
                  </a:lnTo>
                  <a:lnTo>
                    <a:pt x="9169425" y="3039237"/>
                  </a:lnTo>
                  <a:lnTo>
                    <a:pt x="9164574" y="3040519"/>
                  </a:lnTo>
                  <a:lnTo>
                    <a:pt x="9153144" y="3084665"/>
                  </a:lnTo>
                  <a:lnTo>
                    <a:pt x="9223007" y="3064802"/>
                  </a:lnTo>
                  <a:close/>
                </a:path>
                <a:path w="18288000" h="10287000">
                  <a:moveTo>
                    <a:pt x="9404883" y="4844453"/>
                  </a:moveTo>
                  <a:lnTo>
                    <a:pt x="8890673" y="4090225"/>
                  </a:lnTo>
                  <a:lnTo>
                    <a:pt x="8876386" y="4144937"/>
                  </a:lnTo>
                  <a:lnTo>
                    <a:pt x="9008834" y="4338536"/>
                  </a:lnTo>
                  <a:lnTo>
                    <a:pt x="9120988" y="4502277"/>
                  </a:lnTo>
                  <a:lnTo>
                    <a:pt x="9378023" y="4885601"/>
                  </a:lnTo>
                  <a:lnTo>
                    <a:pt x="9404883" y="4844453"/>
                  </a:lnTo>
                  <a:close/>
                </a:path>
                <a:path w="18288000" h="10287000">
                  <a:moveTo>
                    <a:pt x="9680486" y="5252224"/>
                  </a:moveTo>
                  <a:lnTo>
                    <a:pt x="9429458" y="4880749"/>
                  </a:lnTo>
                  <a:lnTo>
                    <a:pt x="9402597" y="4922177"/>
                  </a:lnTo>
                  <a:lnTo>
                    <a:pt x="9522904" y="5101488"/>
                  </a:lnTo>
                  <a:lnTo>
                    <a:pt x="9608198" y="5228501"/>
                  </a:lnTo>
                  <a:lnTo>
                    <a:pt x="9680486" y="5252224"/>
                  </a:lnTo>
                  <a:close/>
                </a:path>
                <a:path w="18288000" h="10287000">
                  <a:moveTo>
                    <a:pt x="9750501" y="5976886"/>
                  </a:moveTo>
                  <a:lnTo>
                    <a:pt x="9726498" y="5939879"/>
                  </a:lnTo>
                  <a:lnTo>
                    <a:pt x="8948395" y="6209195"/>
                  </a:lnTo>
                  <a:lnTo>
                    <a:pt x="8976550" y="6242494"/>
                  </a:lnTo>
                  <a:lnTo>
                    <a:pt x="9750501" y="5976886"/>
                  </a:lnTo>
                  <a:close/>
                </a:path>
                <a:path w="18288000" h="10287000">
                  <a:moveTo>
                    <a:pt x="10055542" y="5809437"/>
                  </a:moveTo>
                  <a:lnTo>
                    <a:pt x="9723920" y="5316664"/>
                  </a:lnTo>
                  <a:lnTo>
                    <a:pt x="9651060" y="5292509"/>
                  </a:lnTo>
                  <a:lnTo>
                    <a:pt x="9943808" y="5730138"/>
                  </a:lnTo>
                  <a:lnTo>
                    <a:pt x="10004679" y="5821438"/>
                  </a:lnTo>
                  <a:lnTo>
                    <a:pt x="10055542" y="5809437"/>
                  </a:lnTo>
                  <a:close/>
                </a:path>
                <a:path w="18288000" h="10287000">
                  <a:moveTo>
                    <a:pt x="10294137" y="5790285"/>
                  </a:moveTo>
                  <a:lnTo>
                    <a:pt x="10076967" y="5841301"/>
                  </a:lnTo>
                  <a:lnTo>
                    <a:pt x="10089680" y="5860440"/>
                  </a:lnTo>
                  <a:lnTo>
                    <a:pt x="10294137" y="5790285"/>
                  </a:lnTo>
                  <a:close/>
                </a:path>
                <a:path w="18288000" h="10287000">
                  <a:moveTo>
                    <a:pt x="10717187" y="5645277"/>
                  </a:moveTo>
                  <a:lnTo>
                    <a:pt x="10645750" y="5621553"/>
                  </a:lnTo>
                  <a:lnTo>
                    <a:pt x="10205695" y="5773864"/>
                  </a:lnTo>
                  <a:lnTo>
                    <a:pt x="10227564" y="5768860"/>
                  </a:lnTo>
                  <a:lnTo>
                    <a:pt x="10646474" y="5669559"/>
                  </a:lnTo>
                  <a:lnTo>
                    <a:pt x="10717187" y="5645277"/>
                  </a:lnTo>
                  <a:close/>
                </a:path>
                <a:path w="18288000" h="10287000">
                  <a:moveTo>
                    <a:pt x="10856493" y="7017296"/>
                  </a:moveTo>
                  <a:lnTo>
                    <a:pt x="10588320" y="6611823"/>
                  </a:lnTo>
                  <a:lnTo>
                    <a:pt x="10076967" y="5841301"/>
                  </a:lnTo>
                  <a:lnTo>
                    <a:pt x="10025964" y="5853303"/>
                  </a:lnTo>
                  <a:lnTo>
                    <a:pt x="9877234" y="5887593"/>
                  </a:lnTo>
                  <a:lnTo>
                    <a:pt x="9768649" y="5925159"/>
                  </a:lnTo>
                  <a:lnTo>
                    <a:pt x="9792792" y="5962307"/>
                  </a:lnTo>
                  <a:lnTo>
                    <a:pt x="10041585" y="5877052"/>
                  </a:lnTo>
                  <a:lnTo>
                    <a:pt x="10808919" y="7042594"/>
                  </a:lnTo>
                  <a:lnTo>
                    <a:pt x="10856493" y="7017296"/>
                  </a:lnTo>
                  <a:close/>
                </a:path>
                <a:path w="18288000" h="10287000">
                  <a:moveTo>
                    <a:pt x="10882503" y="2568029"/>
                  </a:moveTo>
                  <a:lnTo>
                    <a:pt x="10275570" y="2729623"/>
                  </a:lnTo>
                  <a:lnTo>
                    <a:pt x="9856368" y="2842780"/>
                  </a:lnTo>
                  <a:lnTo>
                    <a:pt x="9224429" y="3023514"/>
                  </a:lnTo>
                  <a:lnTo>
                    <a:pt x="9268435" y="3051949"/>
                  </a:lnTo>
                  <a:lnTo>
                    <a:pt x="9867227" y="2882354"/>
                  </a:lnTo>
                  <a:lnTo>
                    <a:pt x="10795610" y="2635275"/>
                  </a:lnTo>
                  <a:lnTo>
                    <a:pt x="10847642" y="2622042"/>
                  </a:lnTo>
                  <a:lnTo>
                    <a:pt x="10882503" y="2568029"/>
                  </a:lnTo>
                  <a:close/>
                </a:path>
                <a:path w="18288000" h="10287000">
                  <a:moveTo>
                    <a:pt x="11581727" y="2439441"/>
                  </a:moveTo>
                  <a:lnTo>
                    <a:pt x="11500866" y="2412009"/>
                  </a:lnTo>
                  <a:lnTo>
                    <a:pt x="10930928" y="2555748"/>
                  </a:lnTo>
                  <a:lnTo>
                    <a:pt x="10896359" y="2609888"/>
                  </a:lnTo>
                  <a:lnTo>
                    <a:pt x="11581727" y="2439441"/>
                  </a:lnTo>
                  <a:close/>
                </a:path>
                <a:path w="18288000" h="10287000">
                  <a:moveTo>
                    <a:pt x="11818049" y="8500199"/>
                  </a:moveTo>
                  <a:lnTo>
                    <a:pt x="10879925" y="7053021"/>
                  </a:lnTo>
                  <a:lnTo>
                    <a:pt x="10832351" y="7078307"/>
                  </a:lnTo>
                  <a:lnTo>
                    <a:pt x="11766893" y="8521636"/>
                  </a:lnTo>
                  <a:lnTo>
                    <a:pt x="11818049" y="8500199"/>
                  </a:lnTo>
                  <a:close/>
                </a:path>
                <a:path w="18288000" h="10287000">
                  <a:moveTo>
                    <a:pt x="12314111" y="256882"/>
                  </a:moveTo>
                  <a:lnTo>
                    <a:pt x="12313006" y="216509"/>
                  </a:lnTo>
                  <a:lnTo>
                    <a:pt x="12310770" y="135928"/>
                  </a:lnTo>
                  <a:lnTo>
                    <a:pt x="12309678" y="95719"/>
                  </a:lnTo>
                  <a:lnTo>
                    <a:pt x="12309272" y="84035"/>
                  </a:lnTo>
                  <a:lnTo>
                    <a:pt x="12308929" y="72339"/>
                  </a:lnTo>
                  <a:lnTo>
                    <a:pt x="12308624" y="60617"/>
                  </a:lnTo>
                  <a:lnTo>
                    <a:pt x="12308396" y="48856"/>
                  </a:lnTo>
                  <a:lnTo>
                    <a:pt x="12307456" y="17957"/>
                  </a:lnTo>
                  <a:lnTo>
                    <a:pt x="12306922" y="0"/>
                  </a:lnTo>
                  <a:lnTo>
                    <a:pt x="12279160" y="0"/>
                  </a:lnTo>
                  <a:lnTo>
                    <a:pt x="12279757" y="23495"/>
                  </a:lnTo>
                  <a:lnTo>
                    <a:pt x="12280532" y="56007"/>
                  </a:lnTo>
                  <a:lnTo>
                    <a:pt x="12281154" y="79362"/>
                  </a:lnTo>
                  <a:lnTo>
                    <a:pt x="12281433" y="91046"/>
                  </a:lnTo>
                  <a:lnTo>
                    <a:pt x="12281675" y="102717"/>
                  </a:lnTo>
                  <a:lnTo>
                    <a:pt x="12283021" y="152704"/>
                  </a:lnTo>
                  <a:lnTo>
                    <a:pt x="12284291" y="202806"/>
                  </a:lnTo>
                  <a:lnTo>
                    <a:pt x="12286818" y="303314"/>
                  </a:lnTo>
                  <a:lnTo>
                    <a:pt x="12293727" y="291668"/>
                  </a:lnTo>
                  <a:lnTo>
                    <a:pt x="12300572" y="280047"/>
                  </a:lnTo>
                  <a:lnTo>
                    <a:pt x="12314111" y="256882"/>
                  </a:lnTo>
                  <a:close/>
                </a:path>
                <a:path w="18288000" h="10287000">
                  <a:moveTo>
                    <a:pt x="12328398" y="706374"/>
                  </a:moveTo>
                  <a:lnTo>
                    <a:pt x="12320537" y="493560"/>
                  </a:lnTo>
                  <a:lnTo>
                    <a:pt x="12315673" y="310324"/>
                  </a:lnTo>
                  <a:lnTo>
                    <a:pt x="12288241" y="356755"/>
                  </a:lnTo>
                  <a:lnTo>
                    <a:pt x="12294667" y="600621"/>
                  </a:lnTo>
                  <a:lnTo>
                    <a:pt x="12298680" y="707224"/>
                  </a:lnTo>
                  <a:lnTo>
                    <a:pt x="12328398" y="706374"/>
                  </a:lnTo>
                  <a:close/>
                </a:path>
                <a:path w="18288000" h="10287000">
                  <a:moveTo>
                    <a:pt x="12357964" y="1357312"/>
                  </a:moveTo>
                  <a:lnTo>
                    <a:pt x="12351398" y="1233868"/>
                  </a:lnTo>
                  <a:lnTo>
                    <a:pt x="12330252" y="748804"/>
                  </a:lnTo>
                  <a:lnTo>
                    <a:pt x="12300534" y="749515"/>
                  </a:lnTo>
                  <a:lnTo>
                    <a:pt x="12320397" y="1235430"/>
                  </a:lnTo>
                  <a:lnTo>
                    <a:pt x="12325680" y="1343596"/>
                  </a:lnTo>
                  <a:lnTo>
                    <a:pt x="12357964" y="1357312"/>
                  </a:lnTo>
                  <a:close/>
                </a:path>
                <a:path w="18288000" h="10287000">
                  <a:moveTo>
                    <a:pt x="12397257" y="5068913"/>
                  </a:moveTo>
                  <a:lnTo>
                    <a:pt x="12340971" y="5034623"/>
                  </a:lnTo>
                  <a:lnTo>
                    <a:pt x="10724769" y="5594261"/>
                  </a:lnTo>
                  <a:lnTo>
                    <a:pt x="10796918" y="5617845"/>
                  </a:lnTo>
                  <a:lnTo>
                    <a:pt x="10985945" y="5552973"/>
                  </a:lnTo>
                  <a:lnTo>
                    <a:pt x="12397257" y="5068913"/>
                  </a:lnTo>
                  <a:close/>
                </a:path>
                <a:path w="18288000" h="10287000">
                  <a:moveTo>
                    <a:pt x="12412980" y="2195550"/>
                  </a:moveTo>
                  <a:lnTo>
                    <a:pt x="12396889" y="1993049"/>
                  </a:lnTo>
                  <a:lnTo>
                    <a:pt x="12361685" y="1417167"/>
                  </a:lnTo>
                  <a:lnTo>
                    <a:pt x="12329249" y="1403743"/>
                  </a:lnTo>
                  <a:lnTo>
                    <a:pt x="12330252" y="1421892"/>
                  </a:lnTo>
                  <a:lnTo>
                    <a:pt x="12363844" y="1995258"/>
                  </a:lnTo>
                  <a:lnTo>
                    <a:pt x="12379833" y="2203412"/>
                  </a:lnTo>
                  <a:lnTo>
                    <a:pt x="12412980" y="2195550"/>
                  </a:lnTo>
                  <a:close/>
                </a:path>
                <a:path w="18288000" h="10287000">
                  <a:moveTo>
                    <a:pt x="12701156" y="4964620"/>
                  </a:moveTo>
                  <a:lnTo>
                    <a:pt x="12692583" y="4912893"/>
                  </a:lnTo>
                  <a:lnTo>
                    <a:pt x="12393257" y="5016474"/>
                  </a:lnTo>
                  <a:lnTo>
                    <a:pt x="12449835" y="5050764"/>
                  </a:lnTo>
                  <a:lnTo>
                    <a:pt x="12701156" y="4964620"/>
                  </a:lnTo>
                  <a:close/>
                </a:path>
                <a:path w="18288000" h="10287000">
                  <a:moveTo>
                    <a:pt x="12793167" y="5258219"/>
                  </a:moveTo>
                  <a:lnTo>
                    <a:pt x="12779731" y="5183644"/>
                  </a:lnTo>
                  <a:lnTo>
                    <a:pt x="12739307" y="5193931"/>
                  </a:lnTo>
                  <a:lnTo>
                    <a:pt x="12745593" y="5229504"/>
                  </a:lnTo>
                  <a:lnTo>
                    <a:pt x="12793167" y="5258219"/>
                  </a:lnTo>
                  <a:close/>
                </a:path>
                <a:path w="18288000" h="10287000">
                  <a:moveTo>
                    <a:pt x="12815735" y="10074681"/>
                  </a:moveTo>
                  <a:lnTo>
                    <a:pt x="11838191" y="8531492"/>
                  </a:lnTo>
                  <a:lnTo>
                    <a:pt x="11787188" y="8552917"/>
                  </a:lnTo>
                  <a:lnTo>
                    <a:pt x="12415838" y="9544190"/>
                  </a:lnTo>
                  <a:lnTo>
                    <a:pt x="12776022" y="10114547"/>
                  </a:lnTo>
                  <a:lnTo>
                    <a:pt x="12815735" y="10074681"/>
                  </a:lnTo>
                  <a:close/>
                </a:path>
                <a:path w="18288000" h="10287000">
                  <a:moveTo>
                    <a:pt x="12929184" y="5977598"/>
                  </a:moveTo>
                  <a:lnTo>
                    <a:pt x="12839535" y="5515064"/>
                  </a:lnTo>
                  <a:lnTo>
                    <a:pt x="12822454" y="5420525"/>
                  </a:lnTo>
                  <a:lnTo>
                    <a:pt x="12803454" y="5315089"/>
                  </a:lnTo>
                  <a:lnTo>
                    <a:pt x="12755588" y="5286222"/>
                  </a:lnTo>
                  <a:lnTo>
                    <a:pt x="12806401" y="5570207"/>
                  </a:lnTo>
                  <a:lnTo>
                    <a:pt x="12888176" y="5996749"/>
                  </a:lnTo>
                  <a:lnTo>
                    <a:pt x="12929184" y="5977598"/>
                  </a:lnTo>
                  <a:close/>
                </a:path>
                <a:path w="18288000" h="10287000">
                  <a:moveTo>
                    <a:pt x="12946939" y="10287000"/>
                  </a:moveTo>
                  <a:lnTo>
                    <a:pt x="12843320" y="10118979"/>
                  </a:lnTo>
                  <a:lnTo>
                    <a:pt x="12803594" y="10158832"/>
                  </a:lnTo>
                  <a:lnTo>
                    <a:pt x="12883642" y="10287000"/>
                  </a:lnTo>
                  <a:lnTo>
                    <a:pt x="12946939" y="10287000"/>
                  </a:lnTo>
                  <a:close/>
                </a:path>
                <a:path w="18288000" h="10287000">
                  <a:moveTo>
                    <a:pt x="13005054" y="6341364"/>
                  </a:moveTo>
                  <a:lnTo>
                    <a:pt x="12937046" y="6015748"/>
                  </a:lnTo>
                  <a:lnTo>
                    <a:pt x="12896037" y="6035319"/>
                  </a:lnTo>
                  <a:lnTo>
                    <a:pt x="12955473" y="6325362"/>
                  </a:lnTo>
                  <a:lnTo>
                    <a:pt x="13005054" y="6341364"/>
                  </a:lnTo>
                  <a:close/>
                </a:path>
                <a:path w="18288000" h="10287000">
                  <a:moveTo>
                    <a:pt x="13350812" y="7832255"/>
                  </a:moveTo>
                  <a:lnTo>
                    <a:pt x="13202171" y="7220750"/>
                  </a:lnTo>
                  <a:lnTo>
                    <a:pt x="13164211" y="7057872"/>
                  </a:lnTo>
                  <a:lnTo>
                    <a:pt x="13029070" y="6453581"/>
                  </a:lnTo>
                  <a:lnTo>
                    <a:pt x="13018199" y="6403086"/>
                  </a:lnTo>
                  <a:lnTo>
                    <a:pt x="12968478" y="6386792"/>
                  </a:lnTo>
                  <a:lnTo>
                    <a:pt x="13119926" y="7077735"/>
                  </a:lnTo>
                  <a:lnTo>
                    <a:pt x="13292239" y="7805052"/>
                  </a:lnTo>
                  <a:lnTo>
                    <a:pt x="13304088" y="7853261"/>
                  </a:lnTo>
                  <a:lnTo>
                    <a:pt x="13350812" y="7832255"/>
                  </a:lnTo>
                  <a:close/>
                </a:path>
                <a:path w="18288000" h="10287000">
                  <a:moveTo>
                    <a:pt x="13696988" y="9156992"/>
                  </a:moveTo>
                  <a:lnTo>
                    <a:pt x="13437286" y="8174456"/>
                  </a:lnTo>
                  <a:lnTo>
                    <a:pt x="13359092" y="7865554"/>
                  </a:lnTo>
                  <a:lnTo>
                    <a:pt x="13312369" y="7886840"/>
                  </a:lnTo>
                  <a:lnTo>
                    <a:pt x="13525538" y="8724189"/>
                  </a:lnTo>
                  <a:lnTo>
                    <a:pt x="13653707" y="9204579"/>
                  </a:lnTo>
                  <a:lnTo>
                    <a:pt x="13696988" y="9156992"/>
                  </a:lnTo>
                  <a:close/>
                </a:path>
                <a:path w="18288000" h="10287000">
                  <a:moveTo>
                    <a:pt x="13973594" y="1921954"/>
                  </a:moveTo>
                  <a:lnTo>
                    <a:pt x="13838149" y="1893087"/>
                  </a:lnTo>
                  <a:lnTo>
                    <a:pt x="13638556" y="1932089"/>
                  </a:lnTo>
                  <a:lnTo>
                    <a:pt x="12615126" y="2148738"/>
                  </a:lnTo>
                  <a:lnTo>
                    <a:pt x="11678742" y="2367153"/>
                  </a:lnTo>
                  <a:lnTo>
                    <a:pt x="11574869" y="2393289"/>
                  </a:lnTo>
                  <a:lnTo>
                    <a:pt x="11656314" y="2421013"/>
                  </a:lnTo>
                  <a:lnTo>
                    <a:pt x="12383681" y="2253132"/>
                  </a:lnTo>
                  <a:lnTo>
                    <a:pt x="12416828" y="2680754"/>
                  </a:lnTo>
                  <a:lnTo>
                    <a:pt x="12453264" y="2693327"/>
                  </a:lnTo>
                  <a:lnTo>
                    <a:pt x="12416981" y="2245449"/>
                  </a:lnTo>
                  <a:lnTo>
                    <a:pt x="12579185" y="2207996"/>
                  </a:lnTo>
                  <a:lnTo>
                    <a:pt x="13556158" y="2002663"/>
                  </a:lnTo>
                  <a:lnTo>
                    <a:pt x="13973594" y="1921954"/>
                  </a:lnTo>
                  <a:close/>
                </a:path>
                <a:path w="18288000" h="10287000">
                  <a:moveTo>
                    <a:pt x="14009205" y="10287000"/>
                  </a:moveTo>
                  <a:lnTo>
                    <a:pt x="13711708" y="9211285"/>
                  </a:lnTo>
                  <a:lnTo>
                    <a:pt x="13668413" y="9259151"/>
                  </a:lnTo>
                  <a:lnTo>
                    <a:pt x="13952639" y="10287000"/>
                  </a:lnTo>
                  <a:lnTo>
                    <a:pt x="14009205" y="10287000"/>
                  </a:lnTo>
                  <a:close/>
                </a:path>
                <a:path w="18288000" h="10287000">
                  <a:moveTo>
                    <a:pt x="15066594" y="4085653"/>
                  </a:moveTo>
                  <a:lnTo>
                    <a:pt x="12731966" y="4899152"/>
                  </a:lnTo>
                  <a:lnTo>
                    <a:pt x="12700724" y="4710874"/>
                  </a:lnTo>
                  <a:lnTo>
                    <a:pt x="12598146" y="4002494"/>
                  </a:lnTo>
                  <a:lnTo>
                    <a:pt x="12520562" y="3361652"/>
                  </a:lnTo>
                  <a:lnTo>
                    <a:pt x="12504204" y="3208540"/>
                  </a:lnTo>
                  <a:lnTo>
                    <a:pt x="12457836" y="2740342"/>
                  </a:lnTo>
                  <a:lnTo>
                    <a:pt x="12421400" y="2727769"/>
                  </a:lnTo>
                  <a:lnTo>
                    <a:pt x="12436259" y="2881211"/>
                  </a:lnTo>
                  <a:lnTo>
                    <a:pt x="12478385" y="3314547"/>
                  </a:lnTo>
                  <a:lnTo>
                    <a:pt x="12573711" y="4106507"/>
                  </a:lnTo>
                  <a:lnTo>
                    <a:pt x="12660859" y="4717440"/>
                  </a:lnTo>
                  <a:lnTo>
                    <a:pt x="12732157" y="5153495"/>
                  </a:lnTo>
                  <a:lnTo>
                    <a:pt x="12772454" y="5143068"/>
                  </a:lnTo>
                  <a:lnTo>
                    <a:pt x="12740577" y="4951006"/>
                  </a:lnTo>
                  <a:lnTo>
                    <a:pt x="13052768" y="4844034"/>
                  </a:lnTo>
                  <a:lnTo>
                    <a:pt x="15060168" y="4145800"/>
                  </a:lnTo>
                  <a:lnTo>
                    <a:pt x="15066594" y="4085653"/>
                  </a:lnTo>
                  <a:close/>
                </a:path>
                <a:path w="18288000" h="10287000">
                  <a:moveTo>
                    <a:pt x="15316772" y="1685201"/>
                  </a:moveTo>
                  <a:lnTo>
                    <a:pt x="15311628" y="1630768"/>
                  </a:lnTo>
                  <a:lnTo>
                    <a:pt x="14738553" y="1726501"/>
                  </a:lnTo>
                  <a:lnTo>
                    <a:pt x="14092454" y="1843697"/>
                  </a:lnTo>
                  <a:lnTo>
                    <a:pt x="13944308" y="1872234"/>
                  </a:lnTo>
                  <a:lnTo>
                    <a:pt x="14083183" y="1900948"/>
                  </a:lnTo>
                  <a:lnTo>
                    <a:pt x="14747837" y="1780070"/>
                  </a:lnTo>
                  <a:lnTo>
                    <a:pt x="15316772" y="1685201"/>
                  </a:lnTo>
                  <a:close/>
                </a:path>
                <a:path w="18288000" h="10287000">
                  <a:moveTo>
                    <a:pt x="15401633" y="1616481"/>
                  </a:moveTo>
                  <a:lnTo>
                    <a:pt x="15344343" y="1625625"/>
                  </a:lnTo>
                  <a:lnTo>
                    <a:pt x="15349487" y="1680210"/>
                  </a:lnTo>
                  <a:lnTo>
                    <a:pt x="15391778" y="1673631"/>
                  </a:lnTo>
                  <a:lnTo>
                    <a:pt x="15401633" y="1616481"/>
                  </a:lnTo>
                  <a:close/>
                </a:path>
                <a:path w="18288000" h="10287000">
                  <a:moveTo>
                    <a:pt x="15464219" y="4001490"/>
                  </a:moveTo>
                  <a:lnTo>
                    <a:pt x="15462072" y="3943769"/>
                  </a:lnTo>
                  <a:lnTo>
                    <a:pt x="15111451" y="4069791"/>
                  </a:lnTo>
                  <a:lnTo>
                    <a:pt x="15105164" y="4129938"/>
                  </a:lnTo>
                  <a:lnTo>
                    <a:pt x="15464219" y="4001490"/>
                  </a:lnTo>
                  <a:close/>
                </a:path>
                <a:path w="18288000" h="10287000">
                  <a:moveTo>
                    <a:pt x="15722956" y="3907917"/>
                  </a:moveTo>
                  <a:lnTo>
                    <a:pt x="15643670" y="3878199"/>
                  </a:lnTo>
                  <a:lnTo>
                    <a:pt x="15500795" y="3929773"/>
                  </a:lnTo>
                  <a:lnTo>
                    <a:pt x="15503220" y="3987495"/>
                  </a:lnTo>
                  <a:lnTo>
                    <a:pt x="15722956" y="3907917"/>
                  </a:lnTo>
                  <a:close/>
                </a:path>
                <a:path w="18288000" h="10287000">
                  <a:moveTo>
                    <a:pt x="16098723" y="3711168"/>
                  </a:moveTo>
                  <a:lnTo>
                    <a:pt x="15716669" y="3851910"/>
                  </a:lnTo>
                  <a:lnTo>
                    <a:pt x="15795828" y="3881336"/>
                  </a:lnTo>
                  <a:lnTo>
                    <a:pt x="16098431" y="3770325"/>
                  </a:lnTo>
                  <a:lnTo>
                    <a:pt x="16098723" y="3711168"/>
                  </a:lnTo>
                  <a:close/>
                </a:path>
                <a:path w="18288000" h="10287000">
                  <a:moveTo>
                    <a:pt x="16107436" y="1510182"/>
                  </a:moveTo>
                  <a:lnTo>
                    <a:pt x="15438781" y="1610626"/>
                  </a:lnTo>
                  <a:lnTo>
                    <a:pt x="15429065" y="1667916"/>
                  </a:lnTo>
                  <a:lnTo>
                    <a:pt x="15925470" y="1591322"/>
                  </a:lnTo>
                  <a:lnTo>
                    <a:pt x="16083001" y="1569046"/>
                  </a:lnTo>
                  <a:lnTo>
                    <a:pt x="16107296" y="1565617"/>
                  </a:lnTo>
                  <a:lnTo>
                    <a:pt x="16107436" y="1510182"/>
                  </a:lnTo>
                  <a:close/>
                </a:path>
                <a:path w="18288000" h="10287000">
                  <a:moveTo>
                    <a:pt x="18255272" y="2869641"/>
                  </a:moveTo>
                  <a:lnTo>
                    <a:pt x="17833328" y="3043593"/>
                  </a:lnTo>
                  <a:lnTo>
                    <a:pt x="17437456" y="3200679"/>
                  </a:lnTo>
                  <a:lnTo>
                    <a:pt x="17108526" y="3329990"/>
                  </a:lnTo>
                  <a:lnTo>
                    <a:pt x="16495052" y="3564585"/>
                  </a:lnTo>
                  <a:lnTo>
                    <a:pt x="16137154" y="3697033"/>
                  </a:lnTo>
                  <a:lnTo>
                    <a:pt x="16137154" y="3756037"/>
                  </a:lnTo>
                  <a:lnTo>
                    <a:pt x="16944950" y="3450933"/>
                  </a:lnTo>
                  <a:lnTo>
                    <a:pt x="17811522" y="3107652"/>
                  </a:lnTo>
                  <a:lnTo>
                    <a:pt x="18213553" y="2940367"/>
                  </a:lnTo>
                  <a:lnTo>
                    <a:pt x="18255272" y="2869641"/>
                  </a:lnTo>
                  <a:close/>
                </a:path>
                <a:path w="18288000" h="10287000">
                  <a:moveTo>
                    <a:pt x="18288000" y="2873781"/>
                  </a:moveTo>
                  <a:lnTo>
                    <a:pt x="18260416" y="2920784"/>
                  </a:lnTo>
                  <a:lnTo>
                    <a:pt x="18288000" y="2909354"/>
                  </a:lnTo>
                  <a:lnTo>
                    <a:pt x="18288000" y="2873781"/>
                  </a:lnTo>
                  <a:close/>
                </a:path>
                <a:path w="18288000" h="10287000">
                  <a:moveTo>
                    <a:pt x="18288000" y="1253578"/>
                  </a:moveTo>
                  <a:lnTo>
                    <a:pt x="17602378" y="1322476"/>
                  </a:lnTo>
                  <a:lnTo>
                    <a:pt x="16954145" y="1397431"/>
                  </a:lnTo>
                  <a:lnTo>
                    <a:pt x="16345700" y="1476768"/>
                  </a:lnTo>
                  <a:lnTo>
                    <a:pt x="16139579" y="1505610"/>
                  </a:lnTo>
                  <a:lnTo>
                    <a:pt x="16139440" y="1561045"/>
                  </a:lnTo>
                  <a:lnTo>
                    <a:pt x="16498037" y="1510741"/>
                  </a:lnTo>
                  <a:lnTo>
                    <a:pt x="17107700" y="1432179"/>
                  </a:lnTo>
                  <a:lnTo>
                    <a:pt x="17777092" y="1355013"/>
                  </a:lnTo>
                  <a:lnTo>
                    <a:pt x="18288000" y="1302016"/>
                  </a:lnTo>
                  <a:lnTo>
                    <a:pt x="18288000" y="1253578"/>
                  </a:lnTo>
                  <a:close/>
                </a:path>
              </a:pathLst>
            </a:custGeom>
            <a:solidFill>
              <a:srgbClr val="00408C">
                <a:alpha val="3568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1"/>
            <p:cNvSpPr/>
            <p:nvPr/>
          </p:nvSpPr>
          <p:spPr>
            <a:xfrm>
              <a:off x="0" y="11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766381" y="7526655"/>
                  </a:moveTo>
                  <a:lnTo>
                    <a:pt x="0" y="7625232"/>
                  </a:lnTo>
                  <a:lnTo>
                    <a:pt x="0" y="7638948"/>
                  </a:lnTo>
                  <a:lnTo>
                    <a:pt x="757948" y="7543368"/>
                  </a:lnTo>
                  <a:lnTo>
                    <a:pt x="766381" y="7526655"/>
                  </a:lnTo>
                  <a:close/>
                </a:path>
                <a:path w="18288000" h="10287000">
                  <a:moveTo>
                    <a:pt x="1196149" y="9135135"/>
                  </a:moveTo>
                  <a:lnTo>
                    <a:pt x="1146276" y="9070556"/>
                  </a:lnTo>
                  <a:lnTo>
                    <a:pt x="1097953" y="10287000"/>
                  </a:lnTo>
                  <a:lnTo>
                    <a:pt x="1151978" y="10287000"/>
                  </a:lnTo>
                  <a:lnTo>
                    <a:pt x="1196149" y="9135135"/>
                  </a:lnTo>
                  <a:close/>
                </a:path>
                <a:path w="18288000" h="10287000">
                  <a:moveTo>
                    <a:pt x="1258443" y="7478217"/>
                  </a:moveTo>
                  <a:lnTo>
                    <a:pt x="1210437" y="7484935"/>
                  </a:lnTo>
                  <a:lnTo>
                    <a:pt x="1148422" y="9015260"/>
                  </a:lnTo>
                  <a:lnTo>
                    <a:pt x="1198283" y="9079268"/>
                  </a:lnTo>
                  <a:lnTo>
                    <a:pt x="1205572" y="8889111"/>
                  </a:lnTo>
                  <a:lnTo>
                    <a:pt x="1258443" y="7478217"/>
                  </a:lnTo>
                  <a:close/>
                </a:path>
                <a:path w="18288000" h="10287000">
                  <a:moveTo>
                    <a:pt x="1303591" y="6265494"/>
                  </a:moveTo>
                  <a:lnTo>
                    <a:pt x="1261008" y="6240780"/>
                  </a:lnTo>
                  <a:lnTo>
                    <a:pt x="1249299" y="6528663"/>
                  </a:lnTo>
                  <a:lnTo>
                    <a:pt x="1297584" y="6424511"/>
                  </a:lnTo>
                  <a:lnTo>
                    <a:pt x="1303591" y="6265494"/>
                  </a:lnTo>
                  <a:close/>
                </a:path>
                <a:path w="18288000" h="10287000">
                  <a:moveTo>
                    <a:pt x="1350454" y="5011902"/>
                  </a:moveTo>
                  <a:lnTo>
                    <a:pt x="1311871" y="4987620"/>
                  </a:lnTo>
                  <a:lnTo>
                    <a:pt x="1262151" y="6213919"/>
                  </a:lnTo>
                  <a:lnTo>
                    <a:pt x="1304582" y="6238494"/>
                  </a:lnTo>
                  <a:lnTo>
                    <a:pt x="1324165" y="5717286"/>
                  </a:lnTo>
                  <a:lnTo>
                    <a:pt x="1350454" y="5011902"/>
                  </a:lnTo>
                  <a:close/>
                </a:path>
                <a:path w="18288000" h="10287000">
                  <a:moveTo>
                    <a:pt x="1394599" y="3831755"/>
                  </a:moveTo>
                  <a:lnTo>
                    <a:pt x="1359598" y="3811905"/>
                  </a:lnTo>
                  <a:lnTo>
                    <a:pt x="1330807" y="4522457"/>
                  </a:lnTo>
                  <a:lnTo>
                    <a:pt x="914400" y="4727587"/>
                  </a:lnTo>
                  <a:lnTo>
                    <a:pt x="970254" y="4760874"/>
                  </a:lnTo>
                  <a:lnTo>
                    <a:pt x="1328305" y="4584420"/>
                  </a:lnTo>
                  <a:lnTo>
                    <a:pt x="1312875" y="4965471"/>
                  </a:lnTo>
                  <a:lnTo>
                    <a:pt x="1351305" y="4989474"/>
                  </a:lnTo>
                  <a:lnTo>
                    <a:pt x="1369453" y="4503128"/>
                  </a:lnTo>
                  <a:lnTo>
                    <a:pt x="1394599" y="3831755"/>
                  </a:lnTo>
                  <a:close/>
                </a:path>
                <a:path w="18288000" h="10287000">
                  <a:moveTo>
                    <a:pt x="1441462" y="2577744"/>
                  </a:moveTo>
                  <a:lnTo>
                    <a:pt x="1410169" y="2567457"/>
                  </a:lnTo>
                  <a:lnTo>
                    <a:pt x="1360589" y="3790035"/>
                  </a:lnTo>
                  <a:lnTo>
                    <a:pt x="1395450" y="3809898"/>
                  </a:lnTo>
                  <a:lnTo>
                    <a:pt x="1441462" y="2577744"/>
                  </a:lnTo>
                  <a:close/>
                </a:path>
                <a:path w="18288000" h="10287000">
                  <a:moveTo>
                    <a:pt x="1490040" y="1277721"/>
                  </a:moveTo>
                  <a:lnTo>
                    <a:pt x="1462887" y="1268298"/>
                  </a:lnTo>
                  <a:lnTo>
                    <a:pt x="1411173" y="2543314"/>
                  </a:lnTo>
                  <a:lnTo>
                    <a:pt x="1442313" y="2553601"/>
                  </a:lnTo>
                  <a:lnTo>
                    <a:pt x="1490040" y="1277721"/>
                  </a:lnTo>
                  <a:close/>
                </a:path>
                <a:path w="18288000" h="10287000">
                  <a:moveTo>
                    <a:pt x="1505470" y="867244"/>
                  </a:moveTo>
                  <a:lnTo>
                    <a:pt x="1479181" y="866965"/>
                  </a:lnTo>
                  <a:lnTo>
                    <a:pt x="1463751" y="1248435"/>
                  </a:lnTo>
                  <a:lnTo>
                    <a:pt x="1490891" y="1257871"/>
                  </a:lnTo>
                  <a:lnTo>
                    <a:pt x="1505470" y="867244"/>
                  </a:lnTo>
                  <a:close/>
                </a:path>
                <a:path w="18288000" h="10287000">
                  <a:moveTo>
                    <a:pt x="1537855" y="0"/>
                  </a:moveTo>
                  <a:lnTo>
                    <a:pt x="1514449" y="0"/>
                  </a:lnTo>
                  <a:lnTo>
                    <a:pt x="1479753" y="852525"/>
                  </a:lnTo>
                  <a:lnTo>
                    <a:pt x="1506042" y="852525"/>
                  </a:lnTo>
                  <a:lnTo>
                    <a:pt x="1537855" y="0"/>
                  </a:lnTo>
                  <a:close/>
                </a:path>
                <a:path w="18288000" h="10287000">
                  <a:moveTo>
                    <a:pt x="2068677" y="4215092"/>
                  </a:moveTo>
                  <a:lnTo>
                    <a:pt x="2012391" y="4182948"/>
                  </a:lnTo>
                  <a:lnTo>
                    <a:pt x="1611198" y="4383252"/>
                  </a:lnTo>
                  <a:lnTo>
                    <a:pt x="1369453" y="4503128"/>
                  </a:lnTo>
                  <a:lnTo>
                    <a:pt x="1367167" y="4565142"/>
                  </a:lnTo>
                  <a:lnTo>
                    <a:pt x="2068677" y="4215092"/>
                  </a:lnTo>
                  <a:close/>
                </a:path>
                <a:path w="18288000" h="10287000">
                  <a:moveTo>
                    <a:pt x="2313279" y="4032072"/>
                  </a:moveTo>
                  <a:lnTo>
                    <a:pt x="2034959" y="4171658"/>
                  </a:lnTo>
                  <a:lnTo>
                    <a:pt x="2091397" y="4203662"/>
                  </a:lnTo>
                  <a:lnTo>
                    <a:pt x="2284425" y="4106646"/>
                  </a:lnTo>
                  <a:lnTo>
                    <a:pt x="2313279" y="4032072"/>
                  </a:lnTo>
                  <a:close/>
                </a:path>
                <a:path w="18288000" h="10287000">
                  <a:moveTo>
                    <a:pt x="2957792" y="7229615"/>
                  </a:moveTo>
                  <a:lnTo>
                    <a:pt x="2929077" y="7212901"/>
                  </a:lnTo>
                  <a:lnTo>
                    <a:pt x="2222411" y="7323341"/>
                  </a:lnTo>
                  <a:lnTo>
                    <a:pt x="1259027" y="7460564"/>
                  </a:lnTo>
                  <a:lnTo>
                    <a:pt x="1294587" y="6507099"/>
                  </a:lnTo>
                  <a:lnTo>
                    <a:pt x="1246009" y="6610680"/>
                  </a:lnTo>
                  <a:lnTo>
                    <a:pt x="1212291" y="7436358"/>
                  </a:lnTo>
                  <a:lnTo>
                    <a:pt x="1211021" y="7467397"/>
                  </a:lnTo>
                  <a:lnTo>
                    <a:pt x="1073950" y="7486917"/>
                  </a:lnTo>
                  <a:lnTo>
                    <a:pt x="801382" y="7522083"/>
                  </a:lnTo>
                  <a:lnTo>
                    <a:pt x="792949" y="7539075"/>
                  </a:lnTo>
                  <a:lnTo>
                    <a:pt x="1030693" y="7509078"/>
                  </a:lnTo>
                  <a:lnTo>
                    <a:pt x="2225129" y="7342200"/>
                  </a:lnTo>
                  <a:lnTo>
                    <a:pt x="2957792" y="7229615"/>
                  </a:lnTo>
                  <a:close/>
                </a:path>
                <a:path w="18288000" h="10287000">
                  <a:moveTo>
                    <a:pt x="3778326" y="7074167"/>
                  </a:moveTo>
                  <a:lnTo>
                    <a:pt x="3273006" y="7159079"/>
                  </a:lnTo>
                  <a:lnTo>
                    <a:pt x="2973362" y="7205891"/>
                  </a:lnTo>
                  <a:lnTo>
                    <a:pt x="3002508" y="7222757"/>
                  </a:lnTo>
                  <a:lnTo>
                    <a:pt x="3416033" y="7158228"/>
                  </a:lnTo>
                  <a:lnTo>
                    <a:pt x="3544443" y="7136600"/>
                  </a:lnTo>
                  <a:lnTo>
                    <a:pt x="3763746" y="7100024"/>
                  </a:lnTo>
                  <a:lnTo>
                    <a:pt x="3778326" y="7074167"/>
                  </a:lnTo>
                  <a:close/>
                </a:path>
                <a:path w="18288000" h="10287000">
                  <a:moveTo>
                    <a:pt x="4256240" y="7017867"/>
                  </a:moveTo>
                  <a:lnTo>
                    <a:pt x="4230243" y="6997725"/>
                  </a:lnTo>
                  <a:lnTo>
                    <a:pt x="3847617" y="7062597"/>
                  </a:lnTo>
                  <a:lnTo>
                    <a:pt x="3832898" y="7088594"/>
                  </a:lnTo>
                  <a:lnTo>
                    <a:pt x="4256240" y="7017867"/>
                  </a:lnTo>
                  <a:close/>
                </a:path>
                <a:path w="18288000" h="10287000">
                  <a:moveTo>
                    <a:pt x="5714428" y="3953065"/>
                  </a:moveTo>
                  <a:lnTo>
                    <a:pt x="3770668" y="3316325"/>
                  </a:lnTo>
                  <a:lnTo>
                    <a:pt x="3810470" y="3329267"/>
                  </a:lnTo>
                  <a:lnTo>
                    <a:pt x="4875034" y="2782481"/>
                  </a:lnTo>
                  <a:lnTo>
                    <a:pt x="4826736" y="2754909"/>
                  </a:lnTo>
                  <a:lnTo>
                    <a:pt x="3744239" y="3307664"/>
                  </a:lnTo>
                  <a:lnTo>
                    <a:pt x="2747772" y="2981223"/>
                  </a:lnTo>
                  <a:lnTo>
                    <a:pt x="2738475" y="3006661"/>
                  </a:lnTo>
                  <a:lnTo>
                    <a:pt x="3346132" y="3207537"/>
                  </a:lnTo>
                  <a:lnTo>
                    <a:pt x="3706545" y="3326727"/>
                  </a:lnTo>
                  <a:lnTo>
                    <a:pt x="2364435" y="4006354"/>
                  </a:lnTo>
                  <a:lnTo>
                    <a:pt x="2335288" y="4080929"/>
                  </a:lnTo>
                  <a:lnTo>
                    <a:pt x="3772751" y="3348698"/>
                  </a:lnTo>
                  <a:lnTo>
                    <a:pt x="3729329" y="3334270"/>
                  </a:lnTo>
                  <a:lnTo>
                    <a:pt x="5693854" y="3983926"/>
                  </a:lnTo>
                  <a:lnTo>
                    <a:pt x="5714428" y="3953065"/>
                  </a:lnTo>
                  <a:close/>
                </a:path>
                <a:path w="18288000" h="10287000">
                  <a:moveTo>
                    <a:pt x="6331077" y="6638823"/>
                  </a:moveTo>
                  <a:lnTo>
                    <a:pt x="6292786" y="6616967"/>
                  </a:lnTo>
                  <a:lnTo>
                    <a:pt x="5192522" y="6825920"/>
                  </a:lnTo>
                  <a:lnTo>
                    <a:pt x="4272534" y="6990435"/>
                  </a:lnTo>
                  <a:lnTo>
                    <a:pt x="4298823" y="7010590"/>
                  </a:lnTo>
                  <a:lnTo>
                    <a:pt x="5261508" y="6840131"/>
                  </a:lnTo>
                  <a:lnTo>
                    <a:pt x="5571922" y="6784010"/>
                  </a:lnTo>
                  <a:lnTo>
                    <a:pt x="6331077" y="6638823"/>
                  </a:lnTo>
                  <a:close/>
                </a:path>
                <a:path w="18288000" h="10287000">
                  <a:moveTo>
                    <a:pt x="6978434" y="1708213"/>
                  </a:moveTo>
                  <a:lnTo>
                    <a:pt x="6955866" y="1673352"/>
                  </a:lnTo>
                  <a:lnTo>
                    <a:pt x="4858169" y="2738907"/>
                  </a:lnTo>
                  <a:lnTo>
                    <a:pt x="4906175" y="2766479"/>
                  </a:lnTo>
                  <a:lnTo>
                    <a:pt x="5257647" y="2585885"/>
                  </a:lnTo>
                  <a:lnTo>
                    <a:pt x="6978434" y="1708213"/>
                  </a:lnTo>
                  <a:close/>
                </a:path>
                <a:path w="18288000" h="10287000">
                  <a:moveTo>
                    <a:pt x="7084314" y="1654632"/>
                  </a:moveTo>
                  <a:lnTo>
                    <a:pt x="7045160" y="1628482"/>
                  </a:lnTo>
                  <a:lnTo>
                    <a:pt x="6982727" y="1659775"/>
                  </a:lnTo>
                  <a:lnTo>
                    <a:pt x="7005447" y="1694497"/>
                  </a:lnTo>
                  <a:lnTo>
                    <a:pt x="7084314" y="1654632"/>
                  </a:lnTo>
                  <a:close/>
                </a:path>
                <a:path w="18288000" h="10287000">
                  <a:moveTo>
                    <a:pt x="7252614" y="4499419"/>
                  </a:moveTo>
                  <a:lnTo>
                    <a:pt x="7179894" y="4433125"/>
                  </a:lnTo>
                  <a:lnTo>
                    <a:pt x="6192342" y="4109656"/>
                  </a:lnTo>
                  <a:lnTo>
                    <a:pt x="5759716" y="3967924"/>
                  </a:lnTo>
                  <a:lnTo>
                    <a:pt x="5739003" y="3998785"/>
                  </a:lnTo>
                  <a:lnTo>
                    <a:pt x="7252614" y="4499419"/>
                  </a:lnTo>
                  <a:close/>
                </a:path>
                <a:path w="18288000" h="10287000">
                  <a:moveTo>
                    <a:pt x="7583233" y="1359306"/>
                  </a:moveTo>
                  <a:lnTo>
                    <a:pt x="7076592" y="1612620"/>
                  </a:lnTo>
                  <a:lnTo>
                    <a:pt x="7115886" y="1638769"/>
                  </a:lnTo>
                  <a:lnTo>
                    <a:pt x="7527506" y="1431747"/>
                  </a:lnTo>
                  <a:lnTo>
                    <a:pt x="7583233" y="1359306"/>
                  </a:lnTo>
                  <a:close/>
                </a:path>
                <a:path w="18288000" h="10287000">
                  <a:moveTo>
                    <a:pt x="7941564" y="1225435"/>
                  </a:moveTo>
                  <a:lnTo>
                    <a:pt x="7888262" y="1207998"/>
                  </a:lnTo>
                  <a:lnTo>
                    <a:pt x="7657808" y="1322298"/>
                  </a:lnTo>
                  <a:lnTo>
                    <a:pt x="7602944" y="1394167"/>
                  </a:lnTo>
                  <a:lnTo>
                    <a:pt x="7941564" y="1225435"/>
                  </a:lnTo>
                  <a:close/>
                </a:path>
                <a:path w="18288000" h="10287000">
                  <a:moveTo>
                    <a:pt x="8293608" y="6204483"/>
                  </a:moveTo>
                  <a:lnTo>
                    <a:pt x="6340361" y="6607683"/>
                  </a:lnTo>
                  <a:lnTo>
                    <a:pt x="6379083" y="6629679"/>
                  </a:lnTo>
                  <a:lnTo>
                    <a:pt x="6476149" y="6611239"/>
                  </a:lnTo>
                  <a:lnTo>
                    <a:pt x="7685100" y="6367653"/>
                  </a:lnTo>
                  <a:lnTo>
                    <a:pt x="7685240" y="6367500"/>
                  </a:lnTo>
                  <a:lnTo>
                    <a:pt x="8284311" y="6239776"/>
                  </a:lnTo>
                  <a:lnTo>
                    <a:pt x="8286648" y="6230963"/>
                  </a:lnTo>
                  <a:lnTo>
                    <a:pt x="8291271" y="6213297"/>
                  </a:lnTo>
                  <a:lnTo>
                    <a:pt x="8293608" y="6204483"/>
                  </a:lnTo>
                  <a:close/>
                </a:path>
                <a:path w="18288000" h="10287000">
                  <a:moveTo>
                    <a:pt x="8556917" y="6147625"/>
                  </a:moveTo>
                  <a:lnTo>
                    <a:pt x="8341461" y="6194196"/>
                  </a:lnTo>
                  <a:lnTo>
                    <a:pt x="8332178" y="6229489"/>
                  </a:lnTo>
                  <a:lnTo>
                    <a:pt x="8531492" y="6186906"/>
                  </a:lnTo>
                  <a:lnTo>
                    <a:pt x="8554352" y="6151765"/>
                  </a:lnTo>
                  <a:lnTo>
                    <a:pt x="8556917" y="6147625"/>
                  </a:lnTo>
                  <a:close/>
                </a:path>
                <a:path w="18288000" h="10287000">
                  <a:moveTo>
                    <a:pt x="8635936" y="4910175"/>
                  </a:moveTo>
                  <a:lnTo>
                    <a:pt x="7263333" y="4460557"/>
                  </a:lnTo>
                  <a:lnTo>
                    <a:pt x="7337196" y="4527270"/>
                  </a:lnTo>
                  <a:lnTo>
                    <a:pt x="8624646" y="4953038"/>
                  </a:lnTo>
                  <a:lnTo>
                    <a:pt x="8635936" y="4910175"/>
                  </a:lnTo>
                  <a:close/>
                </a:path>
                <a:path w="18288000" h="10287000">
                  <a:moveTo>
                    <a:pt x="8822817" y="6124194"/>
                  </a:moveTo>
                  <a:lnTo>
                    <a:pt x="8798242" y="6095187"/>
                  </a:lnTo>
                  <a:lnTo>
                    <a:pt x="8617788" y="6134620"/>
                  </a:lnTo>
                  <a:lnTo>
                    <a:pt x="8592210" y="6173914"/>
                  </a:lnTo>
                  <a:lnTo>
                    <a:pt x="8822817" y="6124194"/>
                  </a:lnTo>
                  <a:close/>
                </a:path>
                <a:path w="18288000" h="10287000">
                  <a:moveTo>
                    <a:pt x="9209862" y="5144211"/>
                  </a:moveTo>
                  <a:lnTo>
                    <a:pt x="9171711" y="5085626"/>
                  </a:lnTo>
                  <a:lnTo>
                    <a:pt x="8673363" y="4922469"/>
                  </a:lnTo>
                  <a:lnTo>
                    <a:pt x="8662225" y="4965471"/>
                  </a:lnTo>
                  <a:lnTo>
                    <a:pt x="9208579" y="5146205"/>
                  </a:lnTo>
                  <a:lnTo>
                    <a:pt x="9209862" y="5144211"/>
                  </a:lnTo>
                  <a:close/>
                </a:path>
                <a:path w="18288000" h="10287000">
                  <a:moveTo>
                    <a:pt x="9234576" y="5106200"/>
                  </a:moveTo>
                  <a:lnTo>
                    <a:pt x="9234145" y="5106060"/>
                  </a:lnTo>
                  <a:lnTo>
                    <a:pt x="9233865" y="5105920"/>
                  </a:lnTo>
                  <a:lnTo>
                    <a:pt x="9233433" y="5105920"/>
                  </a:lnTo>
                  <a:lnTo>
                    <a:pt x="9233725" y="5106200"/>
                  </a:lnTo>
                  <a:lnTo>
                    <a:pt x="9233865" y="5106492"/>
                  </a:lnTo>
                  <a:lnTo>
                    <a:pt x="9234145" y="5106924"/>
                  </a:lnTo>
                  <a:lnTo>
                    <a:pt x="9234297" y="5106632"/>
                  </a:lnTo>
                  <a:lnTo>
                    <a:pt x="9234437" y="5106492"/>
                  </a:lnTo>
                  <a:lnTo>
                    <a:pt x="9234576" y="5106200"/>
                  </a:lnTo>
                  <a:close/>
                </a:path>
                <a:path w="18288000" h="10287000">
                  <a:moveTo>
                    <a:pt x="9716211" y="5924016"/>
                  </a:moveTo>
                  <a:lnTo>
                    <a:pt x="9695777" y="5892584"/>
                  </a:lnTo>
                  <a:lnTo>
                    <a:pt x="8843531" y="6085332"/>
                  </a:lnTo>
                  <a:lnTo>
                    <a:pt x="8868245" y="6114186"/>
                  </a:lnTo>
                  <a:lnTo>
                    <a:pt x="9046273" y="6074321"/>
                  </a:lnTo>
                  <a:lnTo>
                    <a:pt x="9716211" y="5924016"/>
                  </a:lnTo>
                  <a:close/>
                </a:path>
                <a:path w="18288000" h="10287000">
                  <a:moveTo>
                    <a:pt x="9867367" y="253174"/>
                  </a:moveTo>
                  <a:lnTo>
                    <a:pt x="8738946" y="791527"/>
                  </a:lnTo>
                  <a:lnTo>
                    <a:pt x="8827529" y="789952"/>
                  </a:lnTo>
                  <a:lnTo>
                    <a:pt x="9558757" y="438048"/>
                  </a:lnTo>
                  <a:lnTo>
                    <a:pt x="9855657" y="297319"/>
                  </a:lnTo>
                  <a:lnTo>
                    <a:pt x="9867367" y="253174"/>
                  </a:lnTo>
                  <a:close/>
                </a:path>
                <a:path w="18288000" h="10287000">
                  <a:moveTo>
                    <a:pt x="10089401" y="187591"/>
                  </a:moveTo>
                  <a:lnTo>
                    <a:pt x="10054819" y="165442"/>
                  </a:lnTo>
                  <a:lnTo>
                    <a:pt x="9895662" y="239877"/>
                  </a:lnTo>
                  <a:lnTo>
                    <a:pt x="9884232" y="283883"/>
                  </a:lnTo>
                  <a:lnTo>
                    <a:pt x="10089401" y="187591"/>
                  </a:lnTo>
                  <a:close/>
                </a:path>
                <a:path w="18288000" h="10287000">
                  <a:moveTo>
                    <a:pt x="10492473" y="0"/>
                  </a:moveTo>
                  <a:lnTo>
                    <a:pt x="10411993" y="0"/>
                  </a:lnTo>
                  <a:lnTo>
                    <a:pt x="10112540" y="138722"/>
                  </a:lnTo>
                  <a:lnTo>
                    <a:pt x="10147122" y="160591"/>
                  </a:lnTo>
                  <a:lnTo>
                    <a:pt x="10492473" y="0"/>
                  </a:lnTo>
                  <a:close/>
                </a:path>
                <a:path w="18288000" h="10287000">
                  <a:moveTo>
                    <a:pt x="10797921" y="5671845"/>
                  </a:moveTo>
                  <a:lnTo>
                    <a:pt x="10730332" y="5649557"/>
                  </a:lnTo>
                  <a:lnTo>
                    <a:pt x="9740646" y="5882297"/>
                  </a:lnTo>
                  <a:lnTo>
                    <a:pt x="9761220" y="5913882"/>
                  </a:lnTo>
                  <a:lnTo>
                    <a:pt x="9877234" y="5887593"/>
                  </a:lnTo>
                  <a:lnTo>
                    <a:pt x="10797921" y="5671845"/>
                  </a:lnTo>
                  <a:close/>
                </a:path>
                <a:path w="18288000" h="10287000">
                  <a:moveTo>
                    <a:pt x="12510986" y="6179909"/>
                  </a:moveTo>
                  <a:lnTo>
                    <a:pt x="9274873" y="5119497"/>
                  </a:lnTo>
                  <a:lnTo>
                    <a:pt x="9258719" y="5144490"/>
                  </a:lnTo>
                  <a:lnTo>
                    <a:pt x="9273870" y="5167782"/>
                  </a:lnTo>
                  <a:lnTo>
                    <a:pt x="12440831" y="6214338"/>
                  </a:lnTo>
                  <a:lnTo>
                    <a:pt x="12510986" y="6179909"/>
                  </a:lnTo>
                  <a:close/>
                </a:path>
                <a:path w="18288000" h="10287000">
                  <a:moveTo>
                    <a:pt x="12643142" y="5218506"/>
                  </a:moveTo>
                  <a:lnTo>
                    <a:pt x="12594146" y="5188788"/>
                  </a:lnTo>
                  <a:lnTo>
                    <a:pt x="10825201" y="5627128"/>
                  </a:lnTo>
                  <a:lnTo>
                    <a:pt x="10893501" y="5649417"/>
                  </a:lnTo>
                  <a:lnTo>
                    <a:pt x="11037659" y="5615559"/>
                  </a:lnTo>
                  <a:lnTo>
                    <a:pt x="12643142" y="5218506"/>
                  </a:lnTo>
                  <a:close/>
                </a:path>
                <a:path w="18288000" h="10287000">
                  <a:moveTo>
                    <a:pt x="14708696" y="8061858"/>
                  </a:moveTo>
                  <a:lnTo>
                    <a:pt x="14643684" y="8140586"/>
                  </a:lnTo>
                  <a:lnTo>
                    <a:pt x="14638515" y="8179854"/>
                  </a:lnTo>
                  <a:lnTo>
                    <a:pt x="14634147" y="8212633"/>
                  </a:lnTo>
                  <a:lnTo>
                    <a:pt x="14629727" y="8245335"/>
                  </a:lnTo>
                  <a:lnTo>
                    <a:pt x="14625257" y="8278025"/>
                  </a:lnTo>
                  <a:lnTo>
                    <a:pt x="14623491" y="8291741"/>
                  </a:lnTo>
                  <a:lnTo>
                    <a:pt x="14621663" y="8305444"/>
                  </a:lnTo>
                  <a:lnTo>
                    <a:pt x="14617967" y="8332749"/>
                  </a:lnTo>
                  <a:lnTo>
                    <a:pt x="14615440" y="8351228"/>
                  </a:lnTo>
                  <a:lnTo>
                    <a:pt x="14608112" y="8406612"/>
                  </a:lnTo>
                  <a:lnTo>
                    <a:pt x="14600987" y="8459927"/>
                  </a:lnTo>
                  <a:lnTo>
                    <a:pt x="14593583" y="8513077"/>
                  </a:lnTo>
                  <a:lnTo>
                    <a:pt x="14585937" y="8566086"/>
                  </a:lnTo>
                  <a:lnTo>
                    <a:pt x="14578127" y="8618957"/>
                  </a:lnTo>
                  <a:lnTo>
                    <a:pt x="14570202" y="8671738"/>
                  </a:lnTo>
                  <a:lnTo>
                    <a:pt x="14554238" y="8776983"/>
                  </a:lnTo>
                  <a:lnTo>
                    <a:pt x="14546326" y="8829497"/>
                  </a:lnTo>
                  <a:lnTo>
                    <a:pt x="14531518" y="8929078"/>
                  </a:lnTo>
                  <a:lnTo>
                    <a:pt x="14524127" y="8975992"/>
                  </a:lnTo>
                  <a:lnTo>
                    <a:pt x="14516481" y="9022740"/>
                  </a:lnTo>
                  <a:lnTo>
                    <a:pt x="14500949" y="9115844"/>
                  </a:lnTo>
                  <a:lnTo>
                    <a:pt x="14485519" y="9208567"/>
                  </a:lnTo>
                  <a:lnTo>
                    <a:pt x="14470088" y="9300883"/>
                  </a:lnTo>
                  <a:lnTo>
                    <a:pt x="14462379" y="9346882"/>
                  </a:lnTo>
                  <a:lnTo>
                    <a:pt x="14453426" y="9397848"/>
                  </a:lnTo>
                  <a:lnTo>
                    <a:pt x="14444320" y="9448660"/>
                  </a:lnTo>
                  <a:lnTo>
                    <a:pt x="14435100" y="9499308"/>
                  </a:lnTo>
                  <a:lnTo>
                    <a:pt x="14425803" y="9549816"/>
                  </a:lnTo>
                  <a:lnTo>
                    <a:pt x="14416456" y="9600171"/>
                  </a:lnTo>
                  <a:lnTo>
                    <a:pt x="14397787" y="9700514"/>
                  </a:lnTo>
                  <a:lnTo>
                    <a:pt x="14388516" y="9750488"/>
                  </a:lnTo>
                  <a:lnTo>
                    <a:pt x="14379359" y="9800361"/>
                  </a:lnTo>
                  <a:lnTo>
                    <a:pt x="14300022" y="10192956"/>
                  </a:lnTo>
                  <a:lnTo>
                    <a:pt x="14290205" y="10241420"/>
                  </a:lnTo>
                  <a:lnTo>
                    <a:pt x="14280426" y="10287000"/>
                  </a:lnTo>
                  <a:lnTo>
                    <a:pt x="14334185" y="10287000"/>
                  </a:lnTo>
                  <a:lnTo>
                    <a:pt x="14352270" y="10204602"/>
                  </a:lnTo>
                  <a:lnTo>
                    <a:pt x="14362646" y="10156457"/>
                  </a:lnTo>
                  <a:lnTo>
                    <a:pt x="14372920" y="10108159"/>
                  </a:lnTo>
                  <a:lnTo>
                    <a:pt x="14383093" y="10059670"/>
                  </a:lnTo>
                  <a:lnTo>
                    <a:pt x="14393151" y="10011029"/>
                  </a:lnTo>
                  <a:lnTo>
                    <a:pt x="14403121" y="9962223"/>
                  </a:lnTo>
                  <a:lnTo>
                    <a:pt x="14412976" y="9913239"/>
                  </a:lnTo>
                  <a:lnTo>
                    <a:pt x="14422742" y="9864103"/>
                  </a:lnTo>
                  <a:lnTo>
                    <a:pt x="14432407" y="9814814"/>
                  </a:lnTo>
                  <a:lnTo>
                    <a:pt x="14441970" y="9765347"/>
                  </a:lnTo>
                  <a:lnTo>
                    <a:pt x="14451444" y="9715741"/>
                  </a:lnTo>
                  <a:lnTo>
                    <a:pt x="14460817" y="9665983"/>
                  </a:lnTo>
                  <a:lnTo>
                    <a:pt x="14470088" y="9616059"/>
                  </a:lnTo>
                  <a:lnTo>
                    <a:pt x="14479270" y="9565996"/>
                  </a:lnTo>
                  <a:lnTo>
                    <a:pt x="14488363" y="9515792"/>
                  </a:lnTo>
                  <a:lnTo>
                    <a:pt x="14497368" y="9465437"/>
                  </a:lnTo>
                  <a:lnTo>
                    <a:pt x="14506270" y="9414929"/>
                  </a:lnTo>
                  <a:lnTo>
                    <a:pt x="14515097" y="9364294"/>
                  </a:lnTo>
                  <a:lnTo>
                    <a:pt x="14523822" y="9313507"/>
                  </a:lnTo>
                  <a:lnTo>
                    <a:pt x="14532470" y="9262593"/>
                  </a:lnTo>
                  <a:lnTo>
                    <a:pt x="14541030" y="9211539"/>
                  </a:lnTo>
                  <a:lnTo>
                    <a:pt x="14549501" y="9160345"/>
                  </a:lnTo>
                  <a:lnTo>
                    <a:pt x="14557883" y="9109037"/>
                  </a:lnTo>
                  <a:lnTo>
                    <a:pt x="14566189" y="9057589"/>
                  </a:lnTo>
                  <a:lnTo>
                    <a:pt x="14574406" y="9006014"/>
                  </a:lnTo>
                  <a:lnTo>
                    <a:pt x="14582547" y="8954313"/>
                  </a:lnTo>
                  <a:lnTo>
                    <a:pt x="14590598" y="8902497"/>
                  </a:lnTo>
                  <a:lnTo>
                    <a:pt x="14598587" y="8850554"/>
                  </a:lnTo>
                  <a:lnTo>
                    <a:pt x="14606486" y="8798484"/>
                  </a:lnTo>
                  <a:lnTo>
                    <a:pt x="14614309" y="8746312"/>
                  </a:lnTo>
                  <a:lnTo>
                    <a:pt x="14622056" y="8694014"/>
                  </a:lnTo>
                  <a:lnTo>
                    <a:pt x="14629727" y="8641613"/>
                  </a:lnTo>
                  <a:lnTo>
                    <a:pt x="14637322" y="8589099"/>
                  </a:lnTo>
                  <a:lnTo>
                    <a:pt x="14644853" y="8536470"/>
                  </a:lnTo>
                  <a:lnTo>
                    <a:pt x="14652308" y="8483740"/>
                  </a:lnTo>
                  <a:lnTo>
                    <a:pt x="14659686" y="8430908"/>
                  </a:lnTo>
                  <a:lnTo>
                    <a:pt x="14660398" y="8425193"/>
                  </a:lnTo>
                  <a:lnTo>
                    <a:pt x="14662112" y="8414042"/>
                  </a:lnTo>
                  <a:lnTo>
                    <a:pt x="14663369" y="8404720"/>
                  </a:lnTo>
                  <a:lnTo>
                    <a:pt x="14665846" y="8386077"/>
                  </a:lnTo>
                  <a:lnTo>
                    <a:pt x="14673733" y="8328380"/>
                  </a:lnTo>
                  <a:lnTo>
                    <a:pt x="14680298" y="8279892"/>
                  </a:lnTo>
                  <a:lnTo>
                    <a:pt x="14686801" y="8231289"/>
                  </a:lnTo>
                  <a:lnTo>
                    <a:pt x="14693265" y="8182584"/>
                  </a:lnTo>
                  <a:lnTo>
                    <a:pt x="14694027" y="8176057"/>
                  </a:lnTo>
                  <a:lnTo>
                    <a:pt x="14694853" y="8169516"/>
                  </a:lnTo>
                  <a:lnTo>
                    <a:pt x="14699628" y="8132826"/>
                  </a:lnTo>
                  <a:lnTo>
                    <a:pt x="14702676" y="8109153"/>
                  </a:lnTo>
                  <a:lnTo>
                    <a:pt x="14708696" y="8061858"/>
                  </a:lnTo>
                  <a:close/>
                </a:path>
                <a:path w="18288000" h="10287000">
                  <a:moveTo>
                    <a:pt x="14812137" y="7182040"/>
                  </a:moveTo>
                  <a:lnTo>
                    <a:pt x="14754555" y="7209891"/>
                  </a:lnTo>
                  <a:lnTo>
                    <a:pt x="14672717" y="7911249"/>
                  </a:lnTo>
                  <a:lnTo>
                    <a:pt x="14653971" y="8059572"/>
                  </a:lnTo>
                  <a:lnTo>
                    <a:pt x="14718983" y="7981277"/>
                  </a:lnTo>
                  <a:lnTo>
                    <a:pt x="14795602" y="7333285"/>
                  </a:lnTo>
                  <a:lnTo>
                    <a:pt x="14812137" y="7182040"/>
                  </a:lnTo>
                  <a:close/>
                </a:path>
                <a:path w="18288000" h="10287000">
                  <a:moveTo>
                    <a:pt x="14833854" y="6976148"/>
                  </a:moveTo>
                  <a:lnTo>
                    <a:pt x="14781556" y="6960438"/>
                  </a:lnTo>
                  <a:lnTo>
                    <a:pt x="14758696" y="7173315"/>
                  </a:lnTo>
                  <a:lnTo>
                    <a:pt x="14815985" y="7145744"/>
                  </a:lnTo>
                  <a:lnTo>
                    <a:pt x="14833854" y="6976148"/>
                  </a:lnTo>
                  <a:close/>
                </a:path>
                <a:path w="18288000" h="10287000">
                  <a:moveTo>
                    <a:pt x="15017153" y="5041620"/>
                  </a:moveTo>
                  <a:lnTo>
                    <a:pt x="14968436" y="5063909"/>
                  </a:lnTo>
                  <a:lnTo>
                    <a:pt x="14834565" y="6448653"/>
                  </a:lnTo>
                  <a:lnTo>
                    <a:pt x="14883854" y="6476378"/>
                  </a:lnTo>
                  <a:lnTo>
                    <a:pt x="15017153" y="5041620"/>
                  </a:lnTo>
                  <a:close/>
                </a:path>
                <a:path w="18288000" h="10287000">
                  <a:moveTo>
                    <a:pt x="15019300" y="4546993"/>
                  </a:moveTo>
                  <a:lnTo>
                    <a:pt x="12932207" y="5102034"/>
                  </a:lnTo>
                  <a:lnTo>
                    <a:pt x="12652858" y="5173789"/>
                  </a:lnTo>
                  <a:lnTo>
                    <a:pt x="12702159" y="5203507"/>
                  </a:lnTo>
                  <a:lnTo>
                    <a:pt x="12779731" y="5183644"/>
                  </a:lnTo>
                  <a:lnTo>
                    <a:pt x="14475790" y="4741380"/>
                  </a:lnTo>
                  <a:lnTo>
                    <a:pt x="15014296" y="4595711"/>
                  </a:lnTo>
                  <a:lnTo>
                    <a:pt x="15019300" y="4546993"/>
                  </a:lnTo>
                  <a:close/>
                </a:path>
                <a:path w="18288000" h="10287000">
                  <a:moveTo>
                    <a:pt x="15111883" y="7001726"/>
                  </a:moveTo>
                  <a:lnTo>
                    <a:pt x="14839722" y="6919735"/>
                  </a:lnTo>
                  <a:lnTo>
                    <a:pt x="14878571" y="6529959"/>
                  </a:lnTo>
                  <a:lnTo>
                    <a:pt x="14829130" y="6501955"/>
                  </a:lnTo>
                  <a:lnTo>
                    <a:pt x="14787563" y="6904025"/>
                  </a:lnTo>
                  <a:lnTo>
                    <a:pt x="14524812" y="6824853"/>
                  </a:lnTo>
                  <a:lnTo>
                    <a:pt x="12955473" y="6325362"/>
                  </a:lnTo>
                  <a:lnTo>
                    <a:pt x="12563424" y="6197193"/>
                  </a:lnTo>
                  <a:lnTo>
                    <a:pt x="12493562" y="6231636"/>
                  </a:lnTo>
                  <a:lnTo>
                    <a:pt x="13018199" y="6403086"/>
                  </a:lnTo>
                  <a:lnTo>
                    <a:pt x="14311008" y="6815963"/>
                  </a:lnTo>
                  <a:lnTo>
                    <a:pt x="14987854" y="7022147"/>
                  </a:lnTo>
                  <a:lnTo>
                    <a:pt x="15039023" y="7037298"/>
                  </a:lnTo>
                  <a:lnTo>
                    <a:pt x="15111883" y="7001726"/>
                  </a:lnTo>
                  <a:close/>
                </a:path>
                <a:path w="18288000" h="10287000">
                  <a:moveTo>
                    <a:pt x="15347341" y="2033676"/>
                  </a:moveTo>
                  <a:lnTo>
                    <a:pt x="15342057" y="1968957"/>
                  </a:lnTo>
                  <a:lnTo>
                    <a:pt x="15331478" y="2033536"/>
                  </a:lnTo>
                  <a:lnTo>
                    <a:pt x="15342057" y="2033536"/>
                  </a:lnTo>
                  <a:lnTo>
                    <a:pt x="15347341" y="2033676"/>
                  </a:lnTo>
                  <a:close/>
                </a:path>
                <a:path w="18288000" h="10287000">
                  <a:moveTo>
                    <a:pt x="15354630" y="2124976"/>
                  </a:moveTo>
                  <a:lnTo>
                    <a:pt x="15349487" y="2061400"/>
                  </a:lnTo>
                  <a:lnTo>
                    <a:pt x="15326906" y="2061972"/>
                  </a:lnTo>
                  <a:lnTo>
                    <a:pt x="15285187" y="2333714"/>
                  </a:lnTo>
                  <a:lnTo>
                    <a:pt x="15200859" y="2940520"/>
                  </a:lnTo>
                  <a:lnTo>
                    <a:pt x="15116455" y="3631158"/>
                  </a:lnTo>
                  <a:lnTo>
                    <a:pt x="15156752" y="3645878"/>
                  </a:lnTo>
                  <a:lnTo>
                    <a:pt x="15230412" y="3021711"/>
                  </a:lnTo>
                  <a:lnTo>
                    <a:pt x="15298687" y="2508135"/>
                  </a:lnTo>
                  <a:lnTo>
                    <a:pt x="15346426" y="2178532"/>
                  </a:lnTo>
                  <a:lnTo>
                    <a:pt x="15354630" y="2124976"/>
                  </a:lnTo>
                  <a:close/>
                </a:path>
                <a:path w="18288000" h="10287000">
                  <a:moveTo>
                    <a:pt x="15426068" y="7093598"/>
                  </a:moveTo>
                  <a:lnTo>
                    <a:pt x="15155317" y="7014438"/>
                  </a:lnTo>
                  <a:lnTo>
                    <a:pt x="15082304" y="7050303"/>
                  </a:lnTo>
                  <a:lnTo>
                    <a:pt x="15390203" y="7139749"/>
                  </a:lnTo>
                  <a:lnTo>
                    <a:pt x="15426068" y="7093598"/>
                  </a:lnTo>
                  <a:close/>
                </a:path>
                <a:path w="18288000" h="10287000">
                  <a:moveTo>
                    <a:pt x="15473502" y="7107453"/>
                  </a:moveTo>
                  <a:lnTo>
                    <a:pt x="15469934" y="7106450"/>
                  </a:lnTo>
                  <a:lnTo>
                    <a:pt x="15468219" y="7105878"/>
                  </a:lnTo>
                  <a:lnTo>
                    <a:pt x="15432786" y="7151891"/>
                  </a:lnTo>
                  <a:lnTo>
                    <a:pt x="15471496" y="7162889"/>
                  </a:lnTo>
                  <a:lnTo>
                    <a:pt x="15473502" y="7107453"/>
                  </a:lnTo>
                  <a:close/>
                </a:path>
                <a:path w="18288000" h="10287000">
                  <a:moveTo>
                    <a:pt x="15480792" y="4467987"/>
                  </a:moveTo>
                  <a:lnTo>
                    <a:pt x="15479929" y="4419828"/>
                  </a:lnTo>
                  <a:lnTo>
                    <a:pt x="15232190" y="4488269"/>
                  </a:lnTo>
                  <a:lnTo>
                    <a:pt x="15066671" y="4534052"/>
                  </a:lnTo>
                  <a:lnTo>
                    <a:pt x="15122373" y="3964381"/>
                  </a:lnTo>
                  <a:lnTo>
                    <a:pt x="15151176" y="3696030"/>
                  </a:lnTo>
                  <a:lnTo>
                    <a:pt x="15110879" y="3681031"/>
                  </a:lnTo>
                  <a:lnTo>
                    <a:pt x="15106599" y="3719169"/>
                  </a:lnTo>
                  <a:lnTo>
                    <a:pt x="14972157" y="5026050"/>
                  </a:lnTo>
                  <a:lnTo>
                    <a:pt x="15020735" y="5003901"/>
                  </a:lnTo>
                  <a:lnTo>
                    <a:pt x="15061908" y="4582782"/>
                  </a:lnTo>
                  <a:lnTo>
                    <a:pt x="15480792" y="4467987"/>
                  </a:lnTo>
                  <a:close/>
                </a:path>
                <a:path w="18288000" h="10287000">
                  <a:moveTo>
                    <a:pt x="15626093" y="646506"/>
                  </a:moveTo>
                  <a:lnTo>
                    <a:pt x="15508199" y="1051623"/>
                  </a:lnTo>
                  <a:lnTo>
                    <a:pt x="15439060" y="1409915"/>
                  </a:lnTo>
                  <a:lnTo>
                    <a:pt x="15391778" y="1673631"/>
                  </a:lnTo>
                  <a:lnTo>
                    <a:pt x="15364054" y="1833791"/>
                  </a:lnTo>
                  <a:lnTo>
                    <a:pt x="15377198" y="1981238"/>
                  </a:lnTo>
                  <a:lnTo>
                    <a:pt x="15438781" y="1610626"/>
                  </a:lnTo>
                  <a:lnTo>
                    <a:pt x="15503970" y="1251724"/>
                  </a:lnTo>
                  <a:lnTo>
                    <a:pt x="15573680" y="897026"/>
                  </a:lnTo>
                  <a:lnTo>
                    <a:pt x="15626093" y="646506"/>
                  </a:lnTo>
                  <a:close/>
                </a:path>
                <a:path w="18288000" h="10287000">
                  <a:moveTo>
                    <a:pt x="15773299" y="0"/>
                  </a:moveTo>
                  <a:lnTo>
                    <a:pt x="15741815" y="0"/>
                  </a:lnTo>
                  <a:lnTo>
                    <a:pt x="15653385" y="373468"/>
                  </a:lnTo>
                  <a:lnTo>
                    <a:pt x="15603665" y="595782"/>
                  </a:lnTo>
                  <a:lnTo>
                    <a:pt x="15637231" y="594499"/>
                  </a:lnTo>
                  <a:lnTo>
                    <a:pt x="15718676" y="230492"/>
                  </a:lnTo>
                  <a:lnTo>
                    <a:pt x="15773299" y="0"/>
                  </a:lnTo>
                  <a:close/>
                </a:path>
                <a:path w="18288000" h="10287000">
                  <a:moveTo>
                    <a:pt x="16133585" y="7346340"/>
                  </a:moveTo>
                  <a:lnTo>
                    <a:pt x="16084004" y="7332916"/>
                  </a:lnTo>
                  <a:lnTo>
                    <a:pt x="16082010" y="7803299"/>
                  </a:lnTo>
                  <a:lnTo>
                    <a:pt x="16081439" y="7959420"/>
                  </a:lnTo>
                  <a:lnTo>
                    <a:pt x="16074085" y="10287000"/>
                  </a:lnTo>
                  <a:lnTo>
                    <a:pt x="16128632" y="10287000"/>
                  </a:lnTo>
                  <a:lnTo>
                    <a:pt x="16133013" y="7959560"/>
                  </a:lnTo>
                  <a:lnTo>
                    <a:pt x="16133471" y="7500086"/>
                  </a:lnTo>
                  <a:lnTo>
                    <a:pt x="16133585" y="7346340"/>
                  </a:lnTo>
                  <a:close/>
                </a:path>
                <a:path w="18288000" h="10287000">
                  <a:moveTo>
                    <a:pt x="16134296" y="6518948"/>
                  </a:moveTo>
                  <a:lnTo>
                    <a:pt x="16087154" y="6543383"/>
                  </a:lnTo>
                  <a:lnTo>
                    <a:pt x="16084715" y="7139178"/>
                  </a:lnTo>
                  <a:lnTo>
                    <a:pt x="16133725" y="7165607"/>
                  </a:lnTo>
                  <a:lnTo>
                    <a:pt x="16134296" y="6518948"/>
                  </a:lnTo>
                  <a:close/>
                </a:path>
                <a:path w="18288000" h="10287000">
                  <a:moveTo>
                    <a:pt x="16134728" y="6206337"/>
                  </a:moveTo>
                  <a:lnTo>
                    <a:pt x="16088297" y="6270345"/>
                  </a:lnTo>
                  <a:lnTo>
                    <a:pt x="16087433" y="6511099"/>
                  </a:lnTo>
                  <a:lnTo>
                    <a:pt x="16134436" y="6486525"/>
                  </a:lnTo>
                  <a:lnTo>
                    <a:pt x="16134728" y="6206337"/>
                  </a:lnTo>
                  <a:close/>
                </a:path>
                <a:path w="18288000" h="10287000">
                  <a:moveTo>
                    <a:pt x="16136303" y="4536567"/>
                  </a:moveTo>
                  <a:lnTo>
                    <a:pt x="16095294" y="4554855"/>
                  </a:lnTo>
                  <a:lnTo>
                    <a:pt x="16092437" y="5277078"/>
                  </a:lnTo>
                  <a:lnTo>
                    <a:pt x="16088576" y="6204051"/>
                  </a:lnTo>
                  <a:lnTo>
                    <a:pt x="16134728" y="6140196"/>
                  </a:lnTo>
                  <a:lnTo>
                    <a:pt x="16136303" y="4536567"/>
                  </a:lnTo>
                  <a:close/>
                </a:path>
                <a:path w="18288000" h="10287000">
                  <a:moveTo>
                    <a:pt x="16136582" y="4286097"/>
                  </a:moveTo>
                  <a:lnTo>
                    <a:pt x="16096298" y="4297388"/>
                  </a:lnTo>
                  <a:lnTo>
                    <a:pt x="16095434" y="4521416"/>
                  </a:lnTo>
                  <a:lnTo>
                    <a:pt x="16136442" y="4503267"/>
                  </a:lnTo>
                  <a:lnTo>
                    <a:pt x="16136582" y="4286097"/>
                  </a:lnTo>
                  <a:close/>
                </a:path>
                <a:path w="18288000" h="10287000">
                  <a:moveTo>
                    <a:pt x="16139008" y="1998954"/>
                  </a:moveTo>
                  <a:lnTo>
                    <a:pt x="16105442" y="2003958"/>
                  </a:lnTo>
                  <a:lnTo>
                    <a:pt x="16102864" y="2677757"/>
                  </a:lnTo>
                  <a:lnTo>
                    <a:pt x="16097580" y="3994493"/>
                  </a:lnTo>
                  <a:lnTo>
                    <a:pt x="16136874" y="4009352"/>
                  </a:lnTo>
                  <a:lnTo>
                    <a:pt x="16139008" y="1998954"/>
                  </a:lnTo>
                  <a:close/>
                </a:path>
                <a:path w="18288000" h="10287000">
                  <a:moveTo>
                    <a:pt x="16140443" y="628218"/>
                  </a:moveTo>
                  <a:lnTo>
                    <a:pt x="16111004" y="629361"/>
                  </a:lnTo>
                  <a:lnTo>
                    <a:pt x="16107296" y="1565617"/>
                  </a:lnTo>
                  <a:lnTo>
                    <a:pt x="16105581" y="1989391"/>
                  </a:lnTo>
                  <a:lnTo>
                    <a:pt x="16139008" y="1985098"/>
                  </a:lnTo>
                  <a:lnTo>
                    <a:pt x="16140443" y="628218"/>
                  </a:lnTo>
                  <a:close/>
                </a:path>
                <a:path w="18288000" h="10287000">
                  <a:moveTo>
                    <a:pt x="16141078" y="0"/>
                  </a:moveTo>
                  <a:lnTo>
                    <a:pt x="16113532" y="0"/>
                  </a:lnTo>
                  <a:lnTo>
                    <a:pt x="16111157" y="576211"/>
                  </a:lnTo>
                  <a:lnTo>
                    <a:pt x="16140443" y="575068"/>
                  </a:lnTo>
                  <a:lnTo>
                    <a:pt x="16141078" y="0"/>
                  </a:lnTo>
                  <a:close/>
                </a:path>
                <a:path w="18288000" h="10287000">
                  <a:moveTo>
                    <a:pt x="16471341" y="4192232"/>
                  </a:moveTo>
                  <a:lnTo>
                    <a:pt x="16395332" y="4162806"/>
                  </a:lnTo>
                  <a:lnTo>
                    <a:pt x="16136722" y="4235424"/>
                  </a:lnTo>
                  <a:lnTo>
                    <a:pt x="16136874" y="4064076"/>
                  </a:lnTo>
                  <a:lnTo>
                    <a:pt x="16097288" y="4049077"/>
                  </a:lnTo>
                  <a:lnTo>
                    <a:pt x="16096577" y="4246689"/>
                  </a:lnTo>
                  <a:lnTo>
                    <a:pt x="15520073" y="4408551"/>
                  </a:lnTo>
                  <a:lnTo>
                    <a:pt x="15521216" y="4456836"/>
                  </a:lnTo>
                  <a:lnTo>
                    <a:pt x="16136582" y="4286097"/>
                  </a:lnTo>
                  <a:lnTo>
                    <a:pt x="16471341" y="4192232"/>
                  </a:lnTo>
                  <a:close/>
                </a:path>
                <a:path w="18288000" h="10287000">
                  <a:moveTo>
                    <a:pt x="16574923" y="7461923"/>
                  </a:moveTo>
                  <a:lnTo>
                    <a:pt x="16389617" y="7363206"/>
                  </a:lnTo>
                  <a:lnTo>
                    <a:pt x="16133725" y="7293153"/>
                  </a:lnTo>
                  <a:lnTo>
                    <a:pt x="16133725" y="7225614"/>
                  </a:lnTo>
                  <a:lnTo>
                    <a:pt x="16084576" y="7198893"/>
                  </a:lnTo>
                  <a:lnTo>
                    <a:pt x="16084144" y="7279576"/>
                  </a:lnTo>
                  <a:lnTo>
                    <a:pt x="15830334" y="7210082"/>
                  </a:lnTo>
                  <a:lnTo>
                    <a:pt x="15522080" y="7121741"/>
                  </a:lnTo>
                  <a:lnTo>
                    <a:pt x="15520226" y="7176744"/>
                  </a:lnTo>
                  <a:lnTo>
                    <a:pt x="16084004" y="7332916"/>
                  </a:lnTo>
                  <a:lnTo>
                    <a:pt x="16574923" y="7461923"/>
                  </a:lnTo>
                  <a:close/>
                </a:path>
                <a:path w="18288000" h="10287000">
                  <a:moveTo>
                    <a:pt x="17189285" y="7566660"/>
                  </a:moveTo>
                  <a:lnTo>
                    <a:pt x="16663975" y="7435088"/>
                  </a:lnTo>
                  <a:lnTo>
                    <a:pt x="16615359" y="7422489"/>
                  </a:lnTo>
                  <a:lnTo>
                    <a:pt x="16795661" y="7517790"/>
                  </a:lnTo>
                  <a:lnTo>
                    <a:pt x="17174566" y="7610094"/>
                  </a:lnTo>
                  <a:lnTo>
                    <a:pt x="17189285" y="7566660"/>
                  </a:lnTo>
                  <a:close/>
                </a:path>
                <a:path w="18288000" h="10287000">
                  <a:moveTo>
                    <a:pt x="17701489" y="3786898"/>
                  </a:moveTo>
                  <a:lnTo>
                    <a:pt x="16478339" y="4139082"/>
                  </a:lnTo>
                  <a:lnTo>
                    <a:pt x="16555212" y="4168660"/>
                  </a:lnTo>
                  <a:lnTo>
                    <a:pt x="17564329" y="3881196"/>
                  </a:lnTo>
                  <a:lnTo>
                    <a:pt x="17671199" y="3835476"/>
                  </a:lnTo>
                  <a:lnTo>
                    <a:pt x="17701489" y="3786898"/>
                  </a:lnTo>
                  <a:close/>
                </a:path>
                <a:path w="18288000" h="10287000">
                  <a:moveTo>
                    <a:pt x="17973675" y="3706888"/>
                  </a:moveTo>
                  <a:lnTo>
                    <a:pt x="17746790" y="3773614"/>
                  </a:lnTo>
                  <a:lnTo>
                    <a:pt x="17722063" y="3813899"/>
                  </a:lnTo>
                  <a:lnTo>
                    <a:pt x="17973675" y="3706888"/>
                  </a:lnTo>
                  <a:close/>
                </a:path>
                <a:path w="18288000" h="10287000">
                  <a:moveTo>
                    <a:pt x="18288000" y="7811262"/>
                  </a:moveTo>
                  <a:lnTo>
                    <a:pt x="18144833" y="7782242"/>
                  </a:lnTo>
                  <a:lnTo>
                    <a:pt x="18127256" y="7778255"/>
                  </a:lnTo>
                  <a:lnTo>
                    <a:pt x="17660201" y="7677239"/>
                  </a:lnTo>
                  <a:lnTo>
                    <a:pt x="17233291" y="7577226"/>
                  </a:lnTo>
                  <a:lnTo>
                    <a:pt x="17218724" y="7620521"/>
                  </a:lnTo>
                  <a:lnTo>
                    <a:pt x="17650778" y="7719822"/>
                  </a:lnTo>
                  <a:lnTo>
                    <a:pt x="18288000" y="7851978"/>
                  </a:lnTo>
                  <a:lnTo>
                    <a:pt x="18288000" y="7811262"/>
                  </a:lnTo>
                  <a:close/>
                </a:path>
                <a:path w="18288000" h="10287000">
                  <a:moveTo>
                    <a:pt x="18288000" y="3614166"/>
                  </a:moveTo>
                  <a:lnTo>
                    <a:pt x="18187556" y="3643884"/>
                  </a:lnTo>
                  <a:lnTo>
                    <a:pt x="17955095" y="3742893"/>
                  </a:lnTo>
                  <a:lnTo>
                    <a:pt x="17774933" y="3820045"/>
                  </a:lnTo>
                  <a:lnTo>
                    <a:pt x="18288000" y="3670173"/>
                  </a:lnTo>
                  <a:lnTo>
                    <a:pt x="18288000" y="3614166"/>
                  </a:lnTo>
                  <a:close/>
                </a:path>
              </a:pathLst>
            </a:custGeom>
            <a:solidFill>
              <a:srgbClr val="00408C">
                <a:alpha val="3568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2"/>
            <p:cNvSpPr/>
            <p:nvPr/>
          </p:nvSpPr>
          <p:spPr>
            <a:xfrm>
              <a:off x="0" y="11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436626" y="8169161"/>
                  </a:moveTo>
                  <a:lnTo>
                    <a:pt x="259880" y="7974927"/>
                  </a:lnTo>
                  <a:lnTo>
                    <a:pt x="228739" y="7941411"/>
                  </a:lnTo>
                  <a:lnTo>
                    <a:pt x="110693" y="7818488"/>
                  </a:lnTo>
                  <a:lnTo>
                    <a:pt x="0" y="7706957"/>
                  </a:lnTo>
                  <a:lnTo>
                    <a:pt x="0" y="7749819"/>
                  </a:lnTo>
                  <a:lnTo>
                    <a:pt x="109207" y="7861567"/>
                  </a:lnTo>
                  <a:lnTo>
                    <a:pt x="217424" y="7975651"/>
                  </a:lnTo>
                  <a:lnTo>
                    <a:pt x="324573" y="8092097"/>
                  </a:lnTo>
                  <a:lnTo>
                    <a:pt x="420763" y="8199310"/>
                  </a:lnTo>
                  <a:lnTo>
                    <a:pt x="436626" y="8169161"/>
                  </a:lnTo>
                  <a:close/>
                </a:path>
                <a:path w="18288000" h="10287000">
                  <a:moveTo>
                    <a:pt x="1367028" y="6274778"/>
                  </a:moveTo>
                  <a:lnTo>
                    <a:pt x="0" y="5482247"/>
                  </a:lnTo>
                  <a:lnTo>
                    <a:pt x="0" y="5505831"/>
                  </a:lnTo>
                  <a:lnTo>
                    <a:pt x="753808" y="5945022"/>
                  </a:lnTo>
                  <a:lnTo>
                    <a:pt x="1356880" y="6296634"/>
                  </a:lnTo>
                  <a:lnTo>
                    <a:pt x="1367028" y="6274778"/>
                  </a:lnTo>
                  <a:close/>
                </a:path>
                <a:path w="18288000" h="10287000">
                  <a:moveTo>
                    <a:pt x="2078621" y="10287000"/>
                  </a:moveTo>
                  <a:lnTo>
                    <a:pt x="1779409" y="9861194"/>
                  </a:lnTo>
                  <a:lnTo>
                    <a:pt x="1515325" y="9497758"/>
                  </a:lnTo>
                  <a:lnTo>
                    <a:pt x="1326070" y="9245117"/>
                  </a:lnTo>
                  <a:lnTo>
                    <a:pt x="1082128" y="8931821"/>
                  </a:lnTo>
                  <a:lnTo>
                    <a:pt x="920026" y="8731225"/>
                  </a:lnTo>
                  <a:lnTo>
                    <a:pt x="756081" y="8534514"/>
                  </a:lnTo>
                  <a:lnTo>
                    <a:pt x="590296" y="8341893"/>
                  </a:lnTo>
                  <a:lnTo>
                    <a:pt x="456336" y="8190878"/>
                  </a:lnTo>
                  <a:lnTo>
                    <a:pt x="440194" y="8221167"/>
                  </a:lnTo>
                  <a:lnTo>
                    <a:pt x="602310" y="8405939"/>
                  </a:lnTo>
                  <a:lnTo>
                    <a:pt x="762685" y="8594700"/>
                  </a:lnTo>
                  <a:lnTo>
                    <a:pt x="921270" y="8787282"/>
                  </a:lnTo>
                  <a:lnTo>
                    <a:pt x="1196149" y="9135135"/>
                  </a:lnTo>
                  <a:lnTo>
                    <a:pt x="1375930" y="9372092"/>
                  </a:lnTo>
                  <a:lnTo>
                    <a:pt x="1603146" y="9681629"/>
                  </a:lnTo>
                  <a:lnTo>
                    <a:pt x="1899996" y="10100132"/>
                  </a:lnTo>
                  <a:lnTo>
                    <a:pt x="1958708" y="10184854"/>
                  </a:lnTo>
                  <a:lnTo>
                    <a:pt x="1902333" y="10266870"/>
                  </a:lnTo>
                  <a:lnTo>
                    <a:pt x="1888337" y="10287000"/>
                  </a:lnTo>
                  <a:lnTo>
                    <a:pt x="1943735" y="10287000"/>
                  </a:lnTo>
                  <a:lnTo>
                    <a:pt x="1986711" y="10225265"/>
                  </a:lnTo>
                  <a:lnTo>
                    <a:pt x="2029510" y="10287000"/>
                  </a:lnTo>
                  <a:lnTo>
                    <a:pt x="2078621" y="10287000"/>
                  </a:lnTo>
                  <a:close/>
                </a:path>
                <a:path w="18288000" h="10287000">
                  <a:moveTo>
                    <a:pt x="2218410" y="4275531"/>
                  </a:moveTo>
                  <a:lnTo>
                    <a:pt x="0" y="3020377"/>
                  </a:lnTo>
                  <a:lnTo>
                    <a:pt x="0" y="3038665"/>
                  </a:lnTo>
                  <a:lnTo>
                    <a:pt x="1101559" y="3665029"/>
                  </a:lnTo>
                  <a:lnTo>
                    <a:pt x="2210409" y="4295673"/>
                  </a:lnTo>
                  <a:lnTo>
                    <a:pt x="2218410" y="4275531"/>
                  </a:lnTo>
                  <a:close/>
                </a:path>
                <a:path w="18288000" h="10287000">
                  <a:moveTo>
                    <a:pt x="2708910" y="2968510"/>
                  </a:moveTo>
                  <a:lnTo>
                    <a:pt x="0" y="2080971"/>
                  </a:lnTo>
                  <a:lnTo>
                    <a:pt x="0" y="2101113"/>
                  </a:lnTo>
                  <a:lnTo>
                    <a:pt x="1441462" y="2577744"/>
                  </a:lnTo>
                  <a:lnTo>
                    <a:pt x="2699766" y="2993796"/>
                  </a:lnTo>
                  <a:lnTo>
                    <a:pt x="2708910" y="2968510"/>
                  </a:lnTo>
                  <a:close/>
                </a:path>
                <a:path w="18288000" h="10287000">
                  <a:moveTo>
                    <a:pt x="3557155" y="7578941"/>
                  </a:moveTo>
                  <a:lnTo>
                    <a:pt x="3510000" y="7551509"/>
                  </a:lnTo>
                  <a:lnTo>
                    <a:pt x="2870454" y="8698408"/>
                  </a:lnTo>
                  <a:lnTo>
                    <a:pt x="2645118" y="9090863"/>
                  </a:lnTo>
                  <a:lnTo>
                    <a:pt x="2461133" y="9400680"/>
                  </a:lnTo>
                  <a:lnTo>
                    <a:pt x="2302586" y="9658299"/>
                  </a:lnTo>
                  <a:lnTo>
                    <a:pt x="2143226" y="9908045"/>
                  </a:lnTo>
                  <a:lnTo>
                    <a:pt x="2009736" y="10109784"/>
                  </a:lnTo>
                  <a:lnTo>
                    <a:pt x="1982952" y="10149408"/>
                  </a:lnTo>
                  <a:lnTo>
                    <a:pt x="2011108" y="10189845"/>
                  </a:lnTo>
                  <a:lnTo>
                    <a:pt x="2148154" y="9986861"/>
                  </a:lnTo>
                  <a:lnTo>
                    <a:pt x="2284514" y="9777895"/>
                  </a:lnTo>
                  <a:lnTo>
                    <a:pt x="2447302" y="9519653"/>
                  </a:lnTo>
                  <a:lnTo>
                    <a:pt x="2609240" y="9253728"/>
                  </a:lnTo>
                  <a:lnTo>
                    <a:pt x="2818371" y="8898534"/>
                  </a:lnTo>
                  <a:lnTo>
                    <a:pt x="3557155" y="7578941"/>
                  </a:lnTo>
                  <a:close/>
                </a:path>
                <a:path w="18288000" h="10287000">
                  <a:moveTo>
                    <a:pt x="5046345" y="255168"/>
                  </a:moveTo>
                  <a:lnTo>
                    <a:pt x="4666170" y="0"/>
                  </a:lnTo>
                  <a:lnTo>
                    <a:pt x="4622851" y="0"/>
                  </a:lnTo>
                  <a:lnTo>
                    <a:pt x="4959616" y="227304"/>
                  </a:lnTo>
                  <a:lnTo>
                    <a:pt x="5046345" y="255168"/>
                  </a:lnTo>
                  <a:close/>
                </a:path>
                <a:path w="18288000" h="10287000">
                  <a:moveTo>
                    <a:pt x="6322644" y="698373"/>
                  </a:moveTo>
                  <a:lnTo>
                    <a:pt x="6294920" y="655510"/>
                  </a:lnTo>
                  <a:lnTo>
                    <a:pt x="4250271" y="0"/>
                  </a:lnTo>
                  <a:lnTo>
                    <a:pt x="4159491" y="0"/>
                  </a:lnTo>
                  <a:lnTo>
                    <a:pt x="5047297" y="286639"/>
                  </a:lnTo>
                  <a:lnTo>
                    <a:pt x="5859589" y="833818"/>
                  </a:lnTo>
                  <a:lnTo>
                    <a:pt x="5908738" y="833247"/>
                  </a:lnTo>
                  <a:lnTo>
                    <a:pt x="5135791" y="315201"/>
                  </a:lnTo>
                  <a:lnTo>
                    <a:pt x="6322644" y="698373"/>
                  </a:lnTo>
                  <a:close/>
                </a:path>
                <a:path w="18288000" h="10287000">
                  <a:moveTo>
                    <a:pt x="6528244" y="9266580"/>
                  </a:moveTo>
                  <a:lnTo>
                    <a:pt x="3546017" y="7537818"/>
                  </a:lnTo>
                  <a:lnTo>
                    <a:pt x="3571722" y="7552652"/>
                  </a:lnTo>
                  <a:lnTo>
                    <a:pt x="3965321" y="6857263"/>
                  </a:lnTo>
                  <a:lnTo>
                    <a:pt x="3989070" y="6816128"/>
                  </a:lnTo>
                  <a:lnTo>
                    <a:pt x="3945204" y="6783273"/>
                  </a:lnTo>
                  <a:lnTo>
                    <a:pt x="3763746" y="7100024"/>
                  </a:lnTo>
                  <a:lnTo>
                    <a:pt x="3524453" y="7525321"/>
                  </a:lnTo>
                  <a:lnTo>
                    <a:pt x="1395310" y="6291072"/>
                  </a:lnTo>
                  <a:lnTo>
                    <a:pt x="1385163" y="6313068"/>
                  </a:lnTo>
                  <a:lnTo>
                    <a:pt x="2676182" y="7065454"/>
                  </a:lnTo>
                  <a:lnTo>
                    <a:pt x="6507670" y="9298445"/>
                  </a:lnTo>
                  <a:lnTo>
                    <a:pt x="6528244" y="9266580"/>
                  </a:lnTo>
                  <a:close/>
                </a:path>
                <a:path w="18288000" h="10287000">
                  <a:moveTo>
                    <a:pt x="6809994" y="821664"/>
                  </a:moveTo>
                  <a:lnTo>
                    <a:pt x="6480086" y="715225"/>
                  </a:lnTo>
                  <a:lnTo>
                    <a:pt x="6335357" y="668655"/>
                  </a:lnTo>
                  <a:lnTo>
                    <a:pt x="6363360" y="711517"/>
                  </a:lnTo>
                  <a:lnTo>
                    <a:pt x="6707124" y="823099"/>
                  </a:lnTo>
                  <a:lnTo>
                    <a:pt x="6809994" y="821664"/>
                  </a:lnTo>
                  <a:close/>
                </a:path>
                <a:path w="18288000" h="10287000">
                  <a:moveTo>
                    <a:pt x="6835851" y="1488757"/>
                  </a:moveTo>
                  <a:lnTo>
                    <a:pt x="6794563" y="1425028"/>
                  </a:lnTo>
                  <a:lnTo>
                    <a:pt x="5949594" y="860526"/>
                  </a:lnTo>
                  <a:lnTo>
                    <a:pt x="5900166" y="861098"/>
                  </a:lnTo>
                  <a:lnTo>
                    <a:pt x="6491097" y="1257871"/>
                  </a:lnTo>
                  <a:lnTo>
                    <a:pt x="6835851" y="1488757"/>
                  </a:lnTo>
                  <a:close/>
                </a:path>
                <a:path w="18288000" h="10287000">
                  <a:moveTo>
                    <a:pt x="6849999" y="9453181"/>
                  </a:moveTo>
                  <a:lnTo>
                    <a:pt x="6572669" y="9292438"/>
                  </a:lnTo>
                  <a:lnTo>
                    <a:pt x="6551955" y="9324302"/>
                  </a:lnTo>
                  <a:lnTo>
                    <a:pt x="6815417" y="9477896"/>
                  </a:lnTo>
                  <a:lnTo>
                    <a:pt x="6849999" y="9453181"/>
                  </a:lnTo>
                  <a:close/>
                </a:path>
                <a:path w="18288000" h="10287000">
                  <a:moveTo>
                    <a:pt x="7234898" y="10213848"/>
                  </a:moveTo>
                  <a:lnTo>
                    <a:pt x="7011416" y="10287000"/>
                  </a:lnTo>
                  <a:lnTo>
                    <a:pt x="7157199" y="10287000"/>
                  </a:lnTo>
                  <a:lnTo>
                    <a:pt x="7221182" y="10265854"/>
                  </a:lnTo>
                  <a:lnTo>
                    <a:pt x="7234898" y="10213848"/>
                  </a:lnTo>
                  <a:close/>
                </a:path>
                <a:path w="18288000" h="10287000">
                  <a:moveTo>
                    <a:pt x="7357770" y="9747504"/>
                  </a:moveTo>
                  <a:lnTo>
                    <a:pt x="6901281" y="9482899"/>
                  </a:lnTo>
                  <a:lnTo>
                    <a:pt x="6866712" y="9507614"/>
                  </a:lnTo>
                  <a:lnTo>
                    <a:pt x="7347204" y="9787649"/>
                  </a:lnTo>
                  <a:lnTo>
                    <a:pt x="7357770" y="9747504"/>
                  </a:lnTo>
                  <a:close/>
                </a:path>
                <a:path w="18288000" h="10287000">
                  <a:moveTo>
                    <a:pt x="7600950" y="9935527"/>
                  </a:moveTo>
                  <a:lnTo>
                    <a:pt x="7486497" y="9822078"/>
                  </a:lnTo>
                  <a:lnTo>
                    <a:pt x="7405776" y="9775355"/>
                  </a:lnTo>
                  <a:lnTo>
                    <a:pt x="7395057" y="9815652"/>
                  </a:lnTo>
                  <a:lnTo>
                    <a:pt x="7600950" y="9935527"/>
                  </a:lnTo>
                  <a:close/>
                </a:path>
                <a:path w="18288000" h="10287000">
                  <a:moveTo>
                    <a:pt x="7741958" y="7400633"/>
                  </a:moveTo>
                  <a:lnTo>
                    <a:pt x="6893280" y="6920433"/>
                  </a:lnTo>
                  <a:lnTo>
                    <a:pt x="4674159" y="5664949"/>
                  </a:lnTo>
                  <a:lnTo>
                    <a:pt x="5051615" y="5057330"/>
                  </a:lnTo>
                  <a:lnTo>
                    <a:pt x="5464073" y="4415244"/>
                  </a:lnTo>
                  <a:lnTo>
                    <a:pt x="5847169" y="3837533"/>
                  </a:lnTo>
                  <a:lnTo>
                    <a:pt x="6053036" y="3534003"/>
                  </a:lnTo>
                  <a:lnTo>
                    <a:pt x="6017171" y="3508718"/>
                  </a:lnTo>
                  <a:lnTo>
                    <a:pt x="5908878" y="3666452"/>
                  </a:lnTo>
                  <a:lnTo>
                    <a:pt x="5504040" y="4268317"/>
                  </a:lnTo>
                  <a:lnTo>
                    <a:pt x="5089207" y="4905108"/>
                  </a:lnTo>
                  <a:lnTo>
                    <a:pt x="4710315" y="5505882"/>
                  </a:lnTo>
                  <a:lnTo>
                    <a:pt x="4628007" y="5638838"/>
                  </a:lnTo>
                  <a:lnTo>
                    <a:pt x="2251418" y="4294251"/>
                  </a:lnTo>
                  <a:lnTo>
                    <a:pt x="2243417" y="4314393"/>
                  </a:lnTo>
                  <a:lnTo>
                    <a:pt x="4613719" y="5662269"/>
                  </a:lnTo>
                  <a:lnTo>
                    <a:pt x="4249039" y="6265253"/>
                  </a:lnTo>
                  <a:lnTo>
                    <a:pt x="3960634" y="6756692"/>
                  </a:lnTo>
                  <a:lnTo>
                    <a:pt x="4004640" y="6789560"/>
                  </a:lnTo>
                  <a:lnTo>
                    <a:pt x="4071937" y="6673824"/>
                  </a:lnTo>
                  <a:lnTo>
                    <a:pt x="4477232" y="5989409"/>
                  </a:lnTo>
                  <a:lnTo>
                    <a:pt x="4659820" y="5688469"/>
                  </a:lnTo>
                  <a:lnTo>
                    <a:pt x="7722819" y="7430211"/>
                  </a:lnTo>
                  <a:lnTo>
                    <a:pt x="7741958" y="7400633"/>
                  </a:lnTo>
                  <a:close/>
                </a:path>
                <a:path w="18288000" h="10287000">
                  <a:moveTo>
                    <a:pt x="7752397" y="10087254"/>
                  </a:moveTo>
                  <a:lnTo>
                    <a:pt x="7717815" y="10052533"/>
                  </a:lnTo>
                  <a:lnTo>
                    <a:pt x="7296048" y="10193693"/>
                  </a:lnTo>
                  <a:lnTo>
                    <a:pt x="7282472" y="10245560"/>
                  </a:lnTo>
                  <a:lnTo>
                    <a:pt x="7752397" y="10087254"/>
                  </a:lnTo>
                  <a:close/>
                </a:path>
                <a:path w="18288000" h="10287000">
                  <a:moveTo>
                    <a:pt x="7946555" y="7516508"/>
                  </a:moveTo>
                  <a:lnTo>
                    <a:pt x="7782827" y="7423785"/>
                  </a:lnTo>
                  <a:lnTo>
                    <a:pt x="7763675" y="7453350"/>
                  </a:lnTo>
                  <a:lnTo>
                    <a:pt x="7937132" y="7552080"/>
                  </a:lnTo>
                  <a:lnTo>
                    <a:pt x="7946555" y="7516508"/>
                  </a:lnTo>
                  <a:close/>
                </a:path>
                <a:path w="18288000" h="10287000">
                  <a:moveTo>
                    <a:pt x="8035430" y="836523"/>
                  </a:moveTo>
                  <a:lnTo>
                    <a:pt x="7990560" y="837247"/>
                  </a:lnTo>
                  <a:lnTo>
                    <a:pt x="7760970" y="1129855"/>
                  </a:lnTo>
                  <a:lnTo>
                    <a:pt x="7797393" y="1141564"/>
                  </a:lnTo>
                  <a:lnTo>
                    <a:pt x="8035430" y="836523"/>
                  </a:lnTo>
                  <a:close/>
                </a:path>
                <a:path w="18288000" h="10287000">
                  <a:moveTo>
                    <a:pt x="8288439" y="10287000"/>
                  </a:moveTo>
                  <a:lnTo>
                    <a:pt x="7872692" y="10045967"/>
                  </a:lnTo>
                  <a:lnTo>
                    <a:pt x="7820977" y="10063823"/>
                  </a:lnTo>
                  <a:lnTo>
                    <a:pt x="8203819" y="10287000"/>
                  </a:lnTo>
                  <a:lnTo>
                    <a:pt x="8288439" y="10287000"/>
                  </a:lnTo>
                  <a:close/>
                </a:path>
                <a:path w="18288000" h="10287000">
                  <a:moveTo>
                    <a:pt x="8710511" y="0"/>
                  </a:moveTo>
                  <a:lnTo>
                    <a:pt x="8669109" y="0"/>
                  </a:lnTo>
                  <a:lnTo>
                    <a:pt x="8615070" y="65290"/>
                  </a:lnTo>
                  <a:lnTo>
                    <a:pt x="8596249" y="88226"/>
                  </a:lnTo>
                  <a:lnTo>
                    <a:pt x="8407324" y="318160"/>
                  </a:lnTo>
                  <a:lnTo>
                    <a:pt x="8385327" y="345186"/>
                  </a:lnTo>
                  <a:lnTo>
                    <a:pt x="8043291" y="770089"/>
                  </a:lnTo>
                  <a:lnTo>
                    <a:pt x="8023352" y="795528"/>
                  </a:lnTo>
                  <a:lnTo>
                    <a:pt x="8016570" y="804240"/>
                  </a:lnTo>
                  <a:lnTo>
                    <a:pt x="8061287" y="803529"/>
                  </a:lnTo>
                  <a:lnTo>
                    <a:pt x="8067459" y="795667"/>
                  </a:lnTo>
                  <a:lnTo>
                    <a:pt x="8070570" y="791667"/>
                  </a:lnTo>
                  <a:lnTo>
                    <a:pt x="8411045" y="366039"/>
                  </a:lnTo>
                  <a:lnTo>
                    <a:pt x="8710511" y="0"/>
                  </a:lnTo>
                  <a:close/>
                </a:path>
                <a:path w="18288000" h="10287000">
                  <a:moveTo>
                    <a:pt x="8949258" y="8083715"/>
                  </a:moveTo>
                  <a:lnTo>
                    <a:pt x="8747950" y="7969847"/>
                  </a:lnTo>
                  <a:lnTo>
                    <a:pt x="7989989" y="7541082"/>
                  </a:lnTo>
                  <a:lnTo>
                    <a:pt x="7980705" y="7576794"/>
                  </a:lnTo>
                  <a:lnTo>
                    <a:pt x="8911819" y="8106435"/>
                  </a:lnTo>
                  <a:lnTo>
                    <a:pt x="8949258" y="8083715"/>
                  </a:lnTo>
                  <a:close/>
                </a:path>
                <a:path w="18288000" h="10287000">
                  <a:moveTo>
                    <a:pt x="9486176" y="1694776"/>
                  </a:moveTo>
                  <a:lnTo>
                    <a:pt x="6899427" y="850671"/>
                  </a:lnTo>
                  <a:lnTo>
                    <a:pt x="6795414" y="851674"/>
                  </a:lnTo>
                  <a:lnTo>
                    <a:pt x="7025589" y="926541"/>
                  </a:lnTo>
                  <a:lnTo>
                    <a:pt x="7737081" y="1160183"/>
                  </a:lnTo>
                  <a:lnTo>
                    <a:pt x="7598943" y="1338872"/>
                  </a:lnTo>
                  <a:lnTo>
                    <a:pt x="7285977" y="1748815"/>
                  </a:lnTo>
                  <a:lnTo>
                    <a:pt x="6856425" y="1466176"/>
                  </a:lnTo>
                  <a:lnTo>
                    <a:pt x="6889267" y="1516697"/>
                  </a:lnTo>
                  <a:lnTo>
                    <a:pt x="6457378" y="855383"/>
                  </a:lnTo>
                  <a:lnTo>
                    <a:pt x="6424803" y="855675"/>
                  </a:lnTo>
                  <a:lnTo>
                    <a:pt x="6630111" y="1171714"/>
                  </a:lnTo>
                  <a:lnTo>
                    <a:pt x="7135292" y="1949704"/>
                  </a:lnTo>
                  <a:lnTo>
                    <a:pt x="6705130" y="2534437"/>
                  </a:lnTo>
                  <a:lnTo>
                    <a:pt x="6265469" y="3151390"/>
                  </a:lnTo>
                  <a:lnTo>
                    <a:pt x="6035459" y="3481997"/>
                  </a:lnTo>
                  <a:lnTo>
                    <a:pt x="6071324" y="3507143"/>
                  </a:lnTo>
                  <a:lnTo>
                    <a:pt x="6504165" y="2886214"/>
                  </a:lnTo>
                  <a:lnTo>
                    <a:pt x="6533235" y="2845206"/>
                  </a:lnTo>
                  <a:lnTo>
                    <a:pt x="6946824" y="2270810"/>
                  </a:lnTo>
                  <a:lnTo>
                    <a:pt x="7157745" y="1984387"/>
                  </a:lnTo>
                  <a:lnTo>
                    <a:pt x="7142734" y="1961172"/>
                  </a:lnTo>
                  <a:lnTo>
                    <a:pt x="8757945" y="4448556"/>
                  </a:lnTo>
                  <a:lnTo>
                    <a:pt x="8771230" y="4398264"/>
                  </a:lnTo>
                  <a:lnTo>
                    <a:pt x="7177468" y="1957959"/>
                  </a:lnTo>
                  <a:lnTo>
                    <a:pt x="7295337" y="1800072"/>
                  </a:lnTo>
                  <a:lnTo>
                    <a:pt x="7297623" y="1796935"/>
                  </a:lnTo>
                  <a:lnTo>
                    <a:pt x="7265759" y="1775650"/>
                  </a:lnTo>
                  <a:lnTo>
                    <a:pt x="7154888" y="1923376"/>
                  </a:lnTo>
                  <a:lnTo>
                    <a:pt x="7173125" y="1951329"/>
                  </a:lnTo>
                  <a:lnTo>
                    <a:pt x="6898208" y="1530375"/>
                  </a:lnTo>
                  <a:lnTo>
                    <a:pt x="6943153" y="1560474"/>
                  </a:lnTo>
                  <a:lnTo>
                    <a:pt x="9138425" y="3009798"/>
                  </a:lnTo>
                  <a:lnTo>
                    <a:pt x="9147848" y="2973794"/>
                  </a:lnTo>
                  <a:lnTo>
                    <a:pt x="7317943" y="1769833"/>
                  </a:lnTo>
                  <a:lnTo>
                    <a:pt x="7773568" y="1172171"/>
                  </a:lnTo>
                  <a:lnTo>
                    <a:pt x="9476461" y="1731352"/>
                  </a:lnTo>
                  <a:lnTo>
                    <a:pt x="9486176" y="1694776"/>
                  </a:lnTo>
                  <a:close/>
                </a:path>
                <a:path w="18288000" h="10287000">
                  <a:moveTo>
                    <a:pt x="9928517" y="21564"/>
                  </a:moveTo>
                  <a:lnTo>
                    <a:pt x="9894951" y="0"/>
                  </a:lnTo>
                  <a:lnTo>
                    <a:pt x="9798825" y="0"/>
                  </a:lnTo>
                  <a:lnTo>
                    <a:pt x="9914382" y="75145"/>
                  </a:lnTo>
                  <a:lnTo>
                    <a:pt x="9928517" y="21564"/>
                  </a:lnTo>
                  <a:close/>
                </a:path>
                <a:path w="18288000" h="10287000">
                  <a:moveTo>
                    <a:pt x="10187127" y="3642017"/>
                  </a:moveTo>
                  <a:lnTo>
                    <a:pt x="9177147" y="2992793"/>
                  </a:lnTo>
                  <a:lnTo>
                    <a:pt x="9167711" y="3028797"/>
                  </a:lnTo>
                  <a:lnTo>
                    <a:pt x="9223007" y="3064802"/>
                  </a:lnTo>
                  <a:lnTo>
                    <a:pt x="10166553" y="3673602"/>
                  </a:lnTo>
                  <a:lnTo>
                    <a:pt x="10187127" y="3642017"/>
                  </a:lnTo>
                  <a:close/>
                </a:path>
                <a:path w="18288000" h="10287000">
                  <a:moveTo>
                    <a:pt x="10577170" y="7165467"/>
                  </a:moveTo>
                  <a:lnTo>
                    <a:pt x="9258719" y="5144490"/>
                  </a:lnTo>
                  <a:lnTo>
                    <a:pt x="9234437" y="5182070"/>
                  </a:lnTo>
                  <a:lnTo>
                    <a:pt x="9629915" y="5791289"/>
                  </a:lnTo>
                  <a:lnTo>
                    <a:pt x="10535171" y="7188174"/>
                  </a:lnTo>
                  <a:lnTo>
                    <a:pt x="10577170" y="7165467"/>
                  </a:lnTo>
                  <a:close/>
                </a:path>
                <a:path w="18288000" h="10287000">
                  <a:moveTo>
                    <a:pt x="10911650" y="8913114"/>
                  </a:moveTo>
                  <a:lnTo>
                    <a:pt x="10889640" y="8880678"/>
                  </a:lnTo>
                  <a:lnTo>
                    <a:pt x="10577055" y="9004783"/>
                  </a:lnTo>
                  <a:lnTo>
                    <a:pt x="8997124" y="8110868"/>
                  </a:lnTo>
                  <a:lnTo>
                    <a:pt x="8959545" y="8133435"/>
                  </a:lnTo>
                  <a:lnTo>
                    <a:pt x="10526878" y="9024696"/>
                  </a:lnTo>
                  <a:lnTo>
                    <a:pt x="9636328" y="9367190"/>
                  </a:lnTo>
                  <a:lnTo>
                    <a:pt x="8778316" y="9682531"/>
                  </a:lnTo>
                  <a:lnTo>
                    <a:pt x="7918526" y="9984207"/>
                  </a:lnTo>
                  <a:lnTo>
                    <a:pt x="7822692" y="10016960"/>
                  </a:lnTo>
                  <a:lnTo>
                    <a:pt x="7639240" y="9910661"/>
                  </a:lnTo>
                  <a:lnTo>
                    <a:pt x="7754252" y="10024961"/>
                  </a:lnTo>
                  <a:lnTo>
                    <a:pt x="7770914" y="10034651"/>
                  </a:lnTo>
                  <a:lnTo>
                    <a:pt x="7765821" y="10036391"/>
                  </a:lnTo>
                  <a:lnTo>
                    <a:pt x="7800403" y="10070973"/>
                  </a:lnTo>
                  <a:lnTo>
                    <a:pt x="8694826" y="9757296"/>
                  </a:lnTo>
                  <a:lnTo>
                    <a:pt x="9610763" y="9420174"/>
                  </a:lnTo>
                  <a:lnTo>
                    <a:pt x="10474782" y="9086964"/>
                  </a:lnTo>
                  <a:lnTo>
                    <a:pt x="10911650" y="8913114"/>
                  </a:lnTo>
                  <a:close/>
                </a:path>
                <a:path w="18288000" h="10287000">
                  <a:moveTo>
                    <a:pt x="11097527" y="2231987"/>
                  </a:moveTo>
                  <a:lnTo>
                    <a:pt x="9513608" y="1703781"/>
                  </a:lnTo>
                  <a:lnTo>
                    <a:pt x="9504045" y="1740496"/>
                  </a:lnTo>
                  <a:lnTo>
                    <a:pt x="11075099" y="2267280"/>
                  </a:lnTo>
                  <a:lnTo>
                    <a:pt x="11097527" y="2231987"/>
                  </a:lnTo>
                  <a:close/>
                </a:path>
                <a:path w="18288000" h="10287000">
                  <a:moveTo>
                    <a:pt x="11113237" y="739800"/>
                  </a:moveTo>
                  <a:lnTo>
                    <a:pt x="10853788" y="591108"/>
                  </a:lnTo>
                  <a:lnTo>
                    <a:pt x="10635183" y="462051"/>
                  </a:lnTo>
                  <a:lnTo>
                    <a:pt x="10453014" y="351612"/>
                  </a:lnTo>
                  <a:lnTo>
                    <a:pt x="9990061" y="60833"/>
                  </a:lnTo>
                  <a:lnTo>
                    <a:pt x="9949243" y="34709"/>
                  </a:lnTo>
                  <a:lnTo>
                    <a:pt x="9935235" y="88430"/>
                  </a:lnTo>
                  <a:lnTo>
                    <a:pt x="10298786" y="319989"/>
                  </a:lnTo>
                  <a:lnTo>
                    <a:pt x="10550462" y="474535"/>
                  </a:lnTo>
                  <a:lnTo>
                    <a:pt x="10825213" y="637628"/>
                  </a:lnTo>
                  <a:lnTo>
                    <a:pt x="11007369" y="742518"/>
                  </a:lnTo>
                  <a:lnTo>
                    <a:pt x="11113237" y="739800"/>
                  </a:lnTo>
                  <a:close/>
                </a:path>
                <a:path w="18288000" h="10287000">
                  <a:moveTo>
                    <a:pt x="11272545" y="9448749"/>
                  </a:moveTo>
                  <a:lnTo>
                    <a:pt x="11218545" y="9367596"/>
                  </a:lnTo>
                  <a:lnTo>
                    <a:pt x="10620604" y="9029408"/>
                  </a:lnTo>
                  <a:lnTo>
                    <a:pt x="10570172" y="9049271"/>
                  </a:lnTo>
                  <a:lnTo>
                    <a:pt x="11272545" y="9448749"/>
                  </a:lnTo>
                  <a:close/>
                </a:path>
                <a:path w="18288000" h="10287000">
                  <a:moveTo>
                    <a:pt x="11804752" y="1103566"/>
                  </a:moveTo>
                  <a:lnTo>
                    <a:pt x="11582921" y="991920"/>
                  </a:lnTo>
                  <a:lnTo>
                    <a:pt x="11360087" y="875118"/>
                  </a:lnTo>
                  <a:lnTo>
                    <a:pt x="11181398" y="777811"/>
                  </a:lnTo>
                  <a:lnTo>
                    <a:pt x="11074095" y="780376"/>
                  </a:lnTo>
                  <a:lnTo>
                    <a:pt x="11252810" y="879538"/>
                  </a:lnTo>
                  <a:lnTo>
                    <a:pt x="11471262" y="995781"/>
                  </a:lnTo>
                  <a:lnTo>
                    <a:pt x="11688953" y="1107059"/>
                  </a:lnTo>
                  <a:lnTo>
                    <a:pt x="11775758" y="1150277"/>
                  </a:lnTo>
                  <a:lnTo>
                    <a:pt x="11804752" y="1103566"/>
                  </a:lnTo>
                  <a:close/>
                </a:path>
                <a:path w="18288000" h="10287000">
                  <a:moveTo>
                    <a:pt x="12843739" y="10287000"/>
                  </a:moveTo>
                  <a:lnTo>
                    <a:pt x="12736729" y="10226421"/>
                  </a:lnTo>
                  <a:lnTo>
                    <a:pt x="12701435" y="10261422"/>
                  </a:lnTo>
                  <a:lnTo>
                    <a:pt x="12746444" y="10287000"/>
                  </a:lnTo>
                  <a:lnTo>
                    <a:pt x="12843739" y="10287000"/>
                  </a:lnTo>
                  <a:close/>
                </a:path>
                <a:path w="18288000" h="10287000">
                  <a:moveTo>
                    <a:pt x="13526262" y="5694134"/>
                  </a:moveTo>
                  <a:lnTo>
                    <a:pt x="12304166" y="4962360"/>
                  </a:lnTo>
                  <a:lnTo>
                    <a:pt x="10732910" y="3988066"/>
                  </a:lnTo>
                  <a:lnTo>
                    <a:pt x="10218420" y="3662019"/>
                  </a:lnTo>
                  <a:lnTo>
                    <a:pt x="10197986" y="3693744"/>
                  </a:lnTo>
                  <a:lnTo>
                    <a:pt x="10840212" y="4102074"/>
                  </a:lnTo>
                  <a:lnTo>
                    <a:pt x="12297004" y="5007762"/>
                  </a:lnTo>
                  <a:lnTo>
                    <a:pt x="13476821" y="5717565"/>
                  </a:lnTo>
                  <a:lnTo>
                    <a:pt x="13526262" y="5694134"/>
                  </a:lnTo>
                  <a:close/>
                </a:path>
                <a:path w="18288000" h="10287000">
                  <a:moveTo>
                    <a:pt x="15349487" y="2061400"/>
                  </a:moveTo>
                  <a:lnTo>
                    <a:pt x="15347341" y="2033676"/>
                  </a:lnTo>
                  <a:lnTo>
                    <a:pt x="15228532" y="2031834"/>
                  </a:lnTo>
                  <a:lnTo>
                    <a:pt x="15122284" y="2028304"/>
                  </a:lnTo>
                  <a:lnTo>
                    <a:pt x="15012797" y="2022729"/>
                  </a:lnTo>
                  <a:lnTo>
                    <a:pt x="14956866" y="2019109"/>
                  </a:lnTo>
                  <a:lnTo>
                    <a:pt x="14861248" y="2011883"/>
                  </a:lnTo>
                  <a:lnTo>
                    <a:pt x="14763572" y="2002929"/>
                  </a:lnTo>
                  <a:lnTo>
                    <a:pt x="14663877" y="1992210"/>
                  </a:lnTo>
                  <a:lnTo>
                    <a:pt x="14562277" y="1979714"/>
                  </a:lnTo>
                  <a:lnTo>
                    <a:pt x="14458810" y="1965426"/>
                  </a:lnTo>
                  <a:lnTo>
                    <a:pt x="14353578" y="1949310"/>
                  </a:lnTo>
                  <a:lnTo>
                    <a:pt x="14246632" y="1931365"/>
                  </a:lnTo>
                  <a:lnTo>
                    <a:pt x="14138059" y="1911553"/>
                  </a:lnTo>
                  <a:lnTo>
                    <a:pt x="13979271" y="1879714"/>
                  </a:lnTo>
                  <a:lnTo>
                    <a:pt x="13778535" y="1835365"/>
                  </a:lnTo>
                  <a:lnTo>
                    <a:pt x="13543483" y="1774863"/>
                  </a:lnTo>
                  <a:lnTo>
                    <a:pt x="13263080" y="1693494"/>
                  </a:lnTo>
                  <a:lnTo>
                    <a:pt x="13018338" y="1613623"/>
                  </a:lnTo>
                  <a:lnTo>
                    <a:pt x="12770307" y="1524469"/>
                  </a:lnTo>
                  <a:lnTo>
                    <a:pt x="12518987" y="1425600"/>
                  </a:lnTo>
                  <a:lnTo>
                    <a:pt x="12195200" y="1286014"/>
                  </a:lnTo>
                  <a:lnTo>
                    <a:pt x="12052681" y="1221994"/>
                  </a:lnTo>
                  <a:lnTo>
                    <a:pt x="11832044" y="1117130"/>
                  </a:lnTo>
                  <a:lnTo>
                    <a:pt x="11803190" y="1163993"/>
                  </a:lnTo>
                  <a:lnTo>
                    <a:pt x="12014581" y="1263992"/>
                  </a:lnTo>
                  <a:lnTo>
                    <a:pt x="12162066" y="1330909"/>
                  </a:lnTo>
                  <a:lnTo>
                    <a:pt x="12450420" y="1454200"/>
                  </a:lnTo>
                  <a:lnTo>
                    <a:pt x="12499277" y="1474317"/>
                  </a:lnTo>
                  <a:lnTo>
                    <a:pt x="12752019" y="1571904"/>
                  </a:lnTo>
                  <a:lnTo>
                    <a:pt x="13002476" y="1660055"/>
                  </a:lnTo>
                  <a:lnTo>
                    <a:pt x="13330657" y="1762213"/>
                  </a:lnTo>
                  <a:lnTo>
                    <a:pt x="13491680" y="1808226"/>
                  </a:lnTo>
                  <a:lnTo>
                    <a:pt x="13768527" y="1878012"/>
                  </a:lnTo>
                  <a:lnTo>
                    <a:pt x="13973594" y="1921954"/>
                  </a:lnTo>
                  <a:lnTo>
                    <a:pt x="14078674" y="1942414"/>
                  </a:lnTo>
                  <a:lnTo>
                    <a:pt x="14182370" y="1961057"/>
                  </a:lnTo>
                  <a:lnTo>
                    <a:pt x="14284630" y="1977923"/>
                  </a:lnTo>
                  <a:lnTo>
                    <a:pt x="14435188" y="2000021"/>
                  </a:lnTo>
                  <a:lnTo>
                    <a:pt x="14582153" y="2018398"/>
                  </a:lnTo>
                  <a:lnTo>
                    <a:pt x="14725307" y="2033231"/>
                  </a:lnTo>
                  <a:lnTo>
                    <a:pt x="14864449" y="2044700"/>
                  </a:lnTo>
                  <a:lnTo>
                    <a:pt x="15050681" y="2056257"/>
                  </a:lnTo>
                  <a:lnTo>
                    <a:pt x="15341918" y="2061679"/>
                  </a:lnTo>
                  <a:lnTo>
                    <a:pt x="15349487" y="2061400"/>
                  </a:lnTo>
                  <a:close/>
                </a:path>
                <a:path w="18288000" h="10287000">
                  <a:moveTo>
                    <a:pt x="15456929" y="3808615"/>
                  </a:moveTo>
                  <a:lnTo>
                    <a:pt x="15454783" y="3755034"/>
                  </a:lnTo>
                  <a:lnTo>
                    <a:pt x="15188464" y="3657447"/>
                  </a:lnTo>
                  <a:lnTo>
                    <a:pt x="12937617" y="2860205"/>
                  </a:lnTo>
                  <a:lnTo>
                    <a:pt x="11130242" y="2242985"/>
                  </a:lnTo>
                  <a:lnTo>
                    <a:pt x="11107674" y="2278278"/>
                  </a:lnTo>
                  <a:lnTo>
                    <a:pt x="13745020" y="3190684"/>
                  </a:lnTo>
                  <a:lnTo>
                    <a:pt x="15157742" y="3698316"/>
                  </a:lnTo>
                  <a:lnTo>
                    <a:pt x="15456929" y="3808615"/>
                  </a:lnTo>
                  <a:close/>
                </a:path>
                <a:path w="18288000" h="10287000">
                  <a:moveTo>
                    <a:pt x="15481503" y="6852704"/>
                  </a:moveTo>
                  <a:lnTo>
                    <a:pt x="15466924" y="6859994"/>
                  </a:lnTo>
                  <a:lnTo>
                    <a:pt x="15471788" y="6862712"/>
                  </a:lnTo>
                  <a:lnTo>
                    <a:pt x="15476500" y="6865277"/>
                  </a:lnTo>
                  <a:lnTo>
                    <a:pt x="15481364" y="6867995"/>
                  </a:lnTo>
                  <a:lnTo>
                    <a:pt x="15481503" y="6852704"/>
                  </a:lnTo>
                  <a:close/>
                </a:path>
                <a:path w="18288000" h="10287000">
                  <a:moveTo>
                    <a:pt x="15482354" y="6810413"/>
                  </a:moveTo>
                  <a:lnTo>
                    <a:pt x="14834565" y="6448653"/>
                  </a:lnTo>
                  <a:lnTo>
                    <a:pt x="13782624" y="5844425"/>
                  </a:lnTo>
                  <a:lnTo>
                    <a:pt x="13563981" y="5716282"/>
                  </a:lnTo>
                  <a:lnTo>
                    <a:pt x="13514540" y="5739993"/>
                  </a:lnTo>
                  <a:lnTo>
                    <a:pt x="14609712" y="6376987"/>
                  </a:lnTo>
                  <a:lnTo>
                    <a:pt x="15434983" y="6842303"/>
                  </a:lnTo>
                  <a:lnTo>
                    <a:pt x="15111883" y="7001726"/>
                  </a:lnTo>
                  <a:lnTo>
                    <a:pt x="14524812" y="6824853"/>
                  </a:lnTo>
                  <a:lnTo>
                    <a:pt x="12955473" y="6325362"/>
                  </a:lnTo>
                  <a:lnTo>
                    <a:pt x="12563424" y="6197193"/>
                  </a:lnTo>
                  <a:lnTo>
                    <a:pt x="12493562" y="6231636"/>
                  </a:lnTo>
                  <a:lnTo>
                    <a:pt x="13018199" y="6403086"/>
                  </a:lnTo>
                  <a:lnTo>
                    <a:pt x="14311008" y="6815963"/>
                  </a:lnTo>
                  <a:lnTo>
                    <a:pt x="14987854" y="7022147"/>
                  </a:lnTo>
                  <a:lnTo>
                    <a:pt x="15038464" y="7037146"/>
                  </a:lnTo>
                  <a:lnTo>
                    <a:pt x="14294930" y="7395756"/>
                  </a:lnTo>
                  <a:lnTo>
                    <a:pt x="13491324" y="7768539"/>
                  </a:lnTo>
                  <a:lnTo>
                    <a:pt x="12645149" y="8146008"/>
                  </a:lnTo>
                  <a:lnTo>
                    <a:pt x="11766893" y="8521636"/>
                  </a:lnTo>
                  <a:lnTo>
                    <a:pt x="11515001" y="8626361"/>
                  </a:lnTo>
                  <a:lnTo>
                    <a:pt x="11414468" y="8467623"/>
                  </a:lnTo>
                  <a:lnTo>
                    <a:pt x="11120895" y="8007705"/>
                  </a:lnTo>
                  <a:lnTo>
                    <a:pt x="10600754" y="7201751"/>
                  </a:lnTo>
                  <a:lnTo>
                    <a:pt x="10558742" y="7224611"/>
                  </a:lnTo>
                  <a:lnTo>
                    <a:pt x="11050664" y="7991361"/>
                  </a:lnTo>
                  <a:lnTo>
                    <a:pt x="11320412" y="8415909"/>
                  </a:lnTo>
                  <a:lnTo>
                    <a:pt x="11465458" y="8646897"/>
                  </a:lnTo>
                  <a:lnTo>
                    <a:pt x="10937075" y="8861527"/>
                  </a:lnTo>
                  <a:lnTo>
                    <a:pt x="10959224" y="8893823"/>
                  </a:lnTo>
                  <a:lnTo>
                    <a:pt x="11485486" y="8678799"/>
                  </a:lnTo>
                  <a:lnTo>
                    <a:pt x="11648719" y="8938704"/>
                  </a:lnTo>
                  <a:lnTo>
                    <a:pt x="11916804" y="9370327"/>
                  </a:lnTo>
                  <a:lnTo>
                    <a:pt x="12154141" y="9756737"/>
                  </a:lnTo>
                  <a:lnTo>
                    <a:pt x="12284240" y="9970529"/>
                  </a:lnTo>
                  <a:lnTo>
                    <a:pt x="11318837" y="9424454"/>
                  </a:lnTo>
                  <a:lnTo>
                    <a:pt x="11373841" y="9506331"/>
                  </a:lnTo>
                  <a:lnTo>
                    <a:pt x="12333821" y="10052253"/>
                  </a:lnTo>
                  <a:lnTo>
                    <a:pt x="12475007" y="10287000"/>
                  </a:lnTo>
                  <a:lnTo>
                    <a:pt x="12538418" y="10287000"/>
                  </a:lnTo>
                  <a:lnTo>
                    <a:pt x="12422149" y="10093274"/>
                  </a:lnTo>
                  <a:lnTo>
                    <a:pt x="12430697" y="10107397"/>
                  </a:lnTo>
                  <a:lnTo>
                    <a:pt x="12655131" y="10234993"/>
                  </a:lnTo>
                  <a:lnTo>
                    <a:pt x="12611697" y="10277386"/>
                  </a:lnTo>
                  <a:lnTo>
                    <a:pt x="12601664" y="10287000"/>
                  </a:lnTo>
                  <a:lnTo>
                    <a:pt x="12675603" y="10287000"/>
                  </a:lnTo>
                  <a:lnTo>
                    <a:pt x="12677267" y="10285362"/>
                  </a:lnTo>
                  <a:lnTo>
                    <a:pt x="12736729" y="10226421"/>
                  </a:lnTo>
                  <a:lnTo>
                    <a:pt x="12843320" y="10118979"/>
                  </a:lnTo>
                  <a:lnTo>
                    <a:pt x="12849174" y="10112972"/>
                  </a:lnTo>
                  <a:lnTo>
                    <a:pt x="13117487" y="9842944"/>
                  </a:lnTo>
                  <a:lnTo>
                    <a:pt x="13135953" y="9823958"/>
                  </a:lnTo>
                  <a:lnTo>
                    <a:pt x="13190931" y="9766363"/>
                  </a:lnTo>
                  <a:lnTo>
                    <a:pt x="13222669" y="9733432"/>
                  </a:lnTo>
                  <a:lnTo>
                    <a:pt x="13512660" y="9427197"/>
                  </a:lnTo>
                  <a:lnTo>
                    <a:pt x="13619988" y="9312872"/>
                  </a:lnTo>
                  <a:lnTo>
                    <a:pt x="14049896" y="8836812"/>
                  </a:lnTo>
                  <a:lnTo>
                    <a:pt x="14469948" y="8350326"/>
                  </a:lnTo>
                  <a:lnTo>
                    <a:pt x="14589252" y="8206587"/>
                  </a:lnTo>
                  <a:lnTo>
                    <a:pt x="14591106" y="8204162"/>
                  </a:lnTo>
                  <a:lnTo>
                    <a:pt x="14593100" y="8201876"/>
                  </a:lnTo>
                  <a:lnTo>
                    <a:pt x="14639963" y="8145018"/>
                  </a:lnTo>
                  <a:lnTo>
                    <a:pt x="14641259" y="8143583"/>
                  </a:lnTo>
                  <a:lnTo>
                    <a:pt x="14642402" y="8142008"/>
                  </a:lnTo>
                  <a:lnTo>
                    <a:pt x="14805063" y="7944472"/>
                  </a:lnTo>
                  <a:lnTo>
                    <a:pt x="14964423" y="7747902"/>
                  </a:lnTo>
                  <a:lnTo>
                    <a:pt x="15122170" y="7550251"/>
                  </a:lnTo>
                  <a:lnTo>
                    <a:pt x="15278303" y="7351560"/>
                  </a:lnTo>
                  <a:lnTo>
                    <a:pt x="15459405" y="7117435"/>
                  </a:lnTo>
                  <a:lnTo>
                    <a:pt x="15468219" y="7105878"/>
                  </a:lnTo>
                  <a:lnTo>
                    <a:pt x="15470073" y="7103592"/>
                  </a:lnTo>
                  <a:lnTo>
                    <a:pt x="15471928" y="7101167"/>
                  </a:lnTo>
                  <a:lnTo>
                    <a:pt x="15473782" y="7098881"/>
                  </a:lnTo>
                  <a:lnTo>
                    <a:pt x="15474341" y="7082612"/>
                  </a:lnTo>
                  <a:lnTo>
                    <a:pt x="15475509" y="7050202"/>
                  </a:lnTo>
                  <a:lnTo>
                    <a:pt x="15476068" y="7034022"/>
                  </a:lnTo>
                  <a:lnTo>
                    <a:pt x="15476220" y="7028586"/>
                  </a:lnTo>
                  <a:lnTo>
                    <a:pt x="15463736" y="7044931"/>
                  </a:lnTo>
                  <a:lnTo>
                    <a:pt x="15399207" y="7128256"/>
                  </a:lnTo>
                  <a:lnTo>
                    <a:pt x="15390203" y="7139749"/>
                  </a:lnTo>
                  <a:lnTo>
                    <a:pt x="15233028" y="7341819"/>
                  </a:lnTo>
                  <a:lnTo>
                    <a:pt x="15074202" y="7542873"/>
                  </a:lnTo>
                  <a:lnTo>
                    <a:pt x="14913725" y="7742834"/>
                  </a:lnTo>
                  <a:lnTo>
                    <a:pt x="14751596" y="7941653"/>
                  </a:lnTo>
                  <a:lnTo>
                    <a:pt x="14670253" y="8040040"/>
                  </a:lnTo>
                  <a:lnTo>
                    <a:pt x="14653971" y="8059572"/>
                  </a:lnTo>
                  <a:lnTo>
                    <a:pt x="14645475" y="8069948"/>
                  </a:lnTo>
                  <a:lnTo>
                    <a:pt x="14619821" y="8100860"/>
                  </a:lnTo>
                  <a:lnTo>
                    <a:pt x="14614538" y="8107146"/>
                  </a:lnTo>
                  <a:lnTo>
                    <a:pt x="14609394" y="8113433"/>
                  </a:lnTo>
                  <a:lnTo>
                    <a:pt x="14604111" y="8119719"/>
                  </a:lnTo>
                  <a:lnTo>
                    <a:pt x="14558645" y="8174622"/>
                  </a:lnTo>
                  <a:lnTo>
                    <a:pt x="14553527" y="8180730"/>
                  </a:lnTo>
                  <a:lnTo>
                    <a:pt x="14436090" y="8321751"/>
                  </a:lnTo>
                  <a:lnTo>
                    <a:pt x="14015314" y="8806243"/>
                  </a:lnTo>
                  <a:lnTo>
                    <a:pt x="13584835" y="9280436"/>
                  </a:lnTo>
                  <a:lnTo>
                    <a:pt x="13513359" y="9356433"/>
                  </a:lnTo>
                  <a:lnTo>
                    <a:pt x="13205486" y="9680054"/>
                  </a:lnTo>
                  <a:lnTo>
                    <a:pt x="13105067" y="9784550"/>
                  </a:lnTo>
                  <a:lnTo>
                    <a:pt x="12822174" y="10068255"/>
                  </a:lnTo>
                  <a:lnTo>
                    <a:pt x="12819025" y="10071544"/>
                  </a:lnTo>
                  <a:lnTo>
                    <a:pt x="12815735" y="10074681"/>
                  </a:lnTo>
                  <a:lnTo>
                    <a:pt x="12690437" y="10200272"/>
                  </a:lnTo>
                  <a:lnTo>
                    <a:pt x="12663958" y="10226370"/>
                  </a:lnTo>
                  <a:lnTo>
                    <a:pt x="12657684" y="10232492"/>
                  </a:lnTo>
                  <a:lnTo>
                    <a:pt x="12690437" y="10200272"/>
                  </a:lnTo>
                  <a:lnTo>
                    <a:pt x="12381116" y="10025393"/>
                  </a:lnTo>
                  <a:lnTo>
                    <a:pt x="12411418" y="10075520"/>
                  </a:lnTo>
                  <a:lnTo>
                    <a:pt x="12200560" y="9728200"/>
                  </a:lnTo>
                  <a:lnTo>
                    <a:pt x="11991010" y="9387154"/>
                  </a:lnTo>
                  <a:lnTo>
                    <a:pt x="11778221" y="9044775"/>
                  </a:lnTo>
                  <a:lnTo>
                    <a:pt x="11529365" y="8648929"/>
                  </a:lnTo>
                  <a:lnTo>
                    <a:pt x="11535296" y="8658225"/>
                  </a:lnTo>
                  <a:lnTo>
                    <a:pt x="12385497" y="8297456"/>
                  </a:lnTo>
                  <a:lnTo>
                    <a:pt x="13265696" y="7907934"/>
                  </a:lnTo>
                  <a:lnTo>
                    <a:pt x="14149692" y="7499858"/>
                  </a:lnTo>
                  <a:lnTo>
                    <a:pt x="15155317" y="7014438"/>
                  </a:lnTo>
                  <a:lnTo>
                    <a:pt x="15481503" y="6852704"/>
                  </a:lnTo>
                  <a:lnTo>
                    <a:pt x="15482215" y="6818985"/>
                  </a:lnTo>
                  <a:lnTo>
                    <a:pt x="15482354" y="6810413"/>
                  </a:lnTo>
                  <a:close/>
                </a:path>
                <a:path w="18288000" h="10287000">
                  <a:moveTo>
                    <a:pt x="15599372" y="6933146"/>
                  </a:moveTo>
                  <a:lnTo>
                    <a:pt x="15563507" y="6913435"/>
                  </a:lnTo>
                  <a:lnTo>
                    <a:pt x="15527084" y="6961581"/>
                  </a:lnTo>
                  <a:lnTo>
                    <a:pt x="15524937" y="7031876"/>
                  </a:lnTo>
                  <a:lnTo>
                    <a:pt x="15599372" y="6933146"/>
                  </a:lnTo>
                  <a:close/>
                </a:path>
                <a:path w="18288000" h="10287000">
                  <a:moveTo>
                    <a:pt x="16614788" y="1905660"/>
                  </a:moveTo>
                  <a:lnTo>
                    <a:pt x="16613505" y="1900377"/>
                  </a:lnTo>
                  <a:lnTo>
                    <a:pt x="16414471" y="1940953"/>
                  </a:lnTo>
                  <a:lnTo>
                    <a:pt x="16317798" y="1958365"/>
                  </a:lnTo>
                  <a:lnTo>
                    <a:pt x="16203016" y="1976208"/>
                  </a:lnTo>
                  <a:lnTo>
                    <a:pt x="16105581" y="1989391"/>
                  </a:lnTo>
                  <a:lnTo>
                    <a:pt x="15955925" y="2006663"/>
                  </a:lnTo>
                  <a:lnTo>
                    <a:pt x="15846400" y="2017395"/>
                  </a:lnTo>
                  <a:lnTo>
                    <a:pt x="15702217" y="2025967"/>
                  </a:lnTo>
                  <a:lnTo>
                    <a:pt x="15599994" y="2030171"/>
                  </a:lnTo>
                  <a:lnTo>
                    <a:pt x="15493048" y="2032863"/>
                  </a:lnTo>
                  <a:lnTo>
                    <a:pt x="15381491" y="2033816"/>
                  </a:lnTo>
                  <a:lnTo>
                    <a:pt x="15383777" y="2060676"/>
                  </a:lnTo>
                  <a:lnTo>
                    <a:pt x="15493797" y="2058377"/>
                  </a:lnTo>
                  <a:lnTo>
                    <a:pt x="15548039" y="2056434"/>
                  </a:lnTo>
                  <a:lnTo>
                    <a:pt x="15652915" y="2050554"/>
                  </a:lnTo>
                  <a:lnTo>
                    <a:pt x="15847975" y="2036254"/>
                  </a:lnTo>
                  <a:lnTo>
                    <a:pt x="15956814" y="2023706"/>
                  </a:lnTo>
                  <a:lnTo>
                    <a:pt x="16139008" y="1998954"/>
                  </a:lnTo>
                  <a:lnTo>
                    <a:pt x="16244024" y="1982279"/>
                  </a:lnTo>
                  <a:lnTo>
                    <a:pt x="16336518" y="1965680"/>
                  </a:lnTo>
                  <a:lnTo>
                    <a:pt x="16416185" y="1949665"/>
                  </a:lnTo>
                  <a:lnTo>
                    <a:pt x="16614788" y="1905660"/>
                  </a:lnTo>
                  <a:close/>
                </a:path>
                <a:path w="18288000" h="10287000">
                  <a:moveTo>
                    <a:pt x="16736797" y="4239095"/>
                  </a:moveTo>
                  <a:lnTo>
                    <a:pt x="16478339" y="4139082"/>
                  </a:lnTo>
                  <a:lnTo>
                    <a:pt x="15494216" y="3769461"/>
                  </a:lnTo>
                  <a:lnTo>
                    <a:pt x="15496502" y="3823182"/>
                  </a:lnTo>
                  <a:lnTo>
                    <a:pt x="16520821" y="4211332"/>
                  </a:lnTo>
                  <a:lnTo>
                    <a:pt x="16668788" y="4268952"/>
                  </a:lnTo>
                  <a:lnTo>
                    <a:pt x="16736797" y="4239095"/>
                  </a:lnTo>
                  <a:close/>
                </a:path>
                <a:path w="18288000" h="10287000">
                  <a:moveTo>
                    <a:pt x="17144276" y="7699667"/>
                  </a:moveTo>
                  <a:lnTo>
                    <a:pt x="16615359" y="7422489"/>
                  </a:lnTo>
                  <a:lnTo>
                    <a:pt x="15783255" y="6975869"/>
                  </a:lnTo>
                  <a:lnTo>
                    <a:pt x="15621635" y="6886994"/>
                  </a:lnTo>
                  <a:lnTo>
                    <a:pt x="15630525" y="6891858"/>
                  </a:lnTo>
                  <a:lnTo>
                    <a:pt x="15768104" y="6708267"/>
                  </a:lnTo>
                  <a:lnTo>
                    <a:pt x="15688526" y="6748551"/>
                  </a:lnTo>
                  <a:lnTo>
                    <a:pt x="15594826" y="6872249"/>
                  </a:lnTo>
                  <a:lnTo>
                    <a:pt x="15529941" y="6836562"/>
                  </a:lnTo>
                  <a:lnTo>
                    <a:pt x="15529078" y="6894423"/>
                  </a:lnTo>
                  <a:lnTo>
                    <a:pt x="16389617" y="7363206"/>
                  </a:lnTo>
                  <a:lnTo>
                    <a:pt x="17126560" y="7751826"/>
                  </a:lnTo>
                  <a:lnTo>
                    <a:pt x="17144276" y="7699667"/>
                  </a:lnTo>
                  <a:close/>
                </a:path>
                <a:path w="18288000" h="10287000">
                  <a:moveTo>
                    <a:pt x="17697920" y="3853053"/>
                  </a:moveTo>
                  <a:lnTo>
                    <a:pt x="17646346" y="3875189"/>
                  </a:lnTo>
                  <a:lnTo>
                    <a:pt x="17308691" y="4409376"/>
                  </a:lnTo>
                  <a:lnTo>
                    <a:pt x="17280014" y="4453979"/>
                  </a:lnTo>
                  <a:lnTo>
                    <a:pt x="17312018" y="4466983"/>
                  </a:lnTo>
                  <a:lnTo>
                    <a:pt x="17542040" y="4104932"/>
                  </a:lnTo>
                  <a:lnTo>
                    <a:pt x="17697920" y="3853053"/>
                  </a:lnTo>
                  <a:close/>
                </a:path>
                <a:path w="18288000" h="10287000">
                  <a:moveTo>
                    <a:pt x="18153545" y="4814887"/>
                  </a:moveTo>
                  <a:lnTo>
                    <a:pt x="17500486" y="4543209"/>
                  </a:lnTo>
                  <a:lnTo>
                    <a:pt x="16775087" y="4253954"/>
                  </a:lnTo>
                  <a:lnTo>
                    <a:pt x="16707231" y="4283811"/>
                  </a:lnTo>
                  <a:lnTo>
                    <a:pt x="17250106" y="4500270"/>
                  </a:lnTo>
                  <a:lnTo>
                    <a:pt x="16913403" y="5013795"/>
                  </a:lnTo>
                  <a:lnTo>
                    <a:pt x="16595052" y="5484495"/>
                  </a:lnTo>
                  <a:lnTo>
                    <a:pt x="16275101" y="5943473"/>
                  </a:lnTo>
                  <a:lnTo>
                    <a:pt x="15939453" y="6409372"/>
                  </a:lnTo>
                  <a:lnTo>
                    <a:pt x="15728658" y="6694500"/>
                  </a:lnTo>
                  <a:lnTo>
                    <a:pt x="15580017" y="6770167"/>
                  </a:lnTo>
                  <a:lnTo>
                    <a:pt x="15530652" y="6794843"/>
                  </a:lnTo>
                  <a:lnTo>
                    <a:pt x="15530081" y="6828422"/>
                  </a:lnTo>
                  <a:lnTo>
                    <a:pt x="16053042" y="6561252"/>
                  </a:lnTo>
                  <a:lnTo>
                    <a:pt x="16456635" y="6347600"/>
                  </a:lnTo>
                  <a:lnTo>
                    <a:pt x="16818255" y="6149124"/>
                  </a:lnTo>
                  <a:lnTo>
                    <a:pt x="17137482" y="5967844"/>
                  </a:lnTo>
                  <a:lnTo>
                    <a:pt x="17451832" y="5782678"/>
                  </a:lnTo>
                  <a:lnTo>
                    <a:pt x="17704156" y="5628437"/>
                  </a:lnTo>
                  <a:lnTo>
                    <a:pt x="17910518" y="5498249"/>
                  </a:lnTo>
                  <a:lnTo>
                    <a:pt x="17923955" y="5460822"/>
                  </a:lnTo>
                  <a:lnTo>
                    <a:pt x="17663884" y="5623966"/>
                  </a:lnTo>
                  <a:lnTo>
                    <a:pt x="17398276" y="5784862"/>
                  </a:lnTo>
                  <a:lnTo>
                    <a:pt x="17102582" y="5957392"/>
                  </a:lnTo>
                  <a:lnTo>
                    <a:pt x="16932974" y="6053747"/>
                  </a:lnTo>
                  <a:lnTo>
                    <a:pt x="16537712" y="6272047"/>
                  </a:lnTo>
                  <a:lnTo>
                    <a:pt x="16012376" y="6550076"/>
                  </a:lnTo>
                  <a:lnTo>
                    <a:pt x="15808084" y="6654076"/>
                  </a:lnTo>
                  <a:lnTo>
                    <a:pt x="16088297" y="6270345"/>
                  </a:lnTo>
                  <a:lnTo>
                    <a:pt x="16419729" y="5803557"/>
                  </a:lnTo>
                  <a:lnTo>
                    <a:pt x="16737711" y="5340286"/>
                  </a:lnTo>
                  <a:lnTo>
                    <a:pt x="17193679" y="4652353"/>
                  </a:lnTo>
                  <a:lnTo>
                    <a:pt x="17282732" y="4513275"/>
                  </a:lnTo>
                  <a:lnTo>
                    <a:pt x="18135410" y="4866030"/>
                  </a:lnTo>
                  <a:lnTo>
                    <a:pt x="18153545" y="4814887"/>
                  </a:lnTo>
                  <a:close/>
                </a:path>
                <a:path w="18288000" h="10287000">
                  <a:moveTo>
                    <a:pt x="18264709" y="8265884"/>
                  </a:moveTo>
                  <a:lnTo>
                    <a:pt x="17456150" y="7860335"/>
                  </a:lnTo>
                  <a:lnTo>
                    <a:pt x="17185145" y="7720965"/>
                  </a:lnTo>
                  <a:lnTo>
                    <a:pt x="17167708" y="7773111"/>
                  </a:lnTo>
                  <a:lnTo>
                    <a:pt x="17969840" y="8180768"/>
                  </a:lnTo>
                  <a:lnTo>
                    <a:pt x="18235702" y="8312467"/>
                  </a:lnTo>
                  <a:lnTo>
                    <a:pt x="18264709" y="8265884"/>
                  </a:lnTo>
                  <a:close/>
                </a:path>
                <a:path w="18288000" h="10287000">
                  <a:moveTo>
                    <a:pt x="18288000" y="8228457"/>
                  </a:moveTo>
                  <a:lnTo>
                    <a:pt x="18264709" y="8265884"/>
                  </a:lnTo>
                  <a:lnTo>
                    <a:pt x="18257508" y="8277568"/>
                  </a:lnTo>
                  <a:lnTo>
                    <a:pt x="18242992" y="8300860"/>
                  </a:lnTo>
                  <a:lnTo>
                    <a:pt x="18235702" y="8312467"/>
                  </a:lnTo>
                  <a:lnTo>
                    <a:pt x="18021135" y="8654605"/>
                  </a:lnTo>
                  <a:lnTo>
                    <a:pt x="17885017" y="8869223"/>
                  </a:lnTo>
                  <a:lnTo>
                    <a:pt x="17747145" y="9084132"/>
                  </a:lnTo>
                  <a:lnTo>
                    <a:pt x="17719358" y="9127134"/>
                  </a:lnTo>
                  <a:lnTo>
                    <a:pt x="17612665" y="9295295"/>
                  </a:lnTo>
                  <a:lnTo>
                    <a:pt x="17477766" y="9505417"/>
                  </a:lnTo>
                  <a:lnTo>
                    <a:pt x="17259084" y="9841598"/>
                  </a:lnTo>
                  <a:lnTo>
                    <a:pt x="16966019" y="10287000"/>
                  </a:lnTo>
                  <a:lnTo>
                    <a:pt x="17016083" y="10287000"/>
                  </a:lnTo>
                  <a:lnTo>
                    <a:pt x="17292816" y="9863506"/>
                  </a:lnTo>
                  <a:lnTo>
                    <a:pt x="17510532" y="9526562"/>
                  </a:lnTo>
                  <a:lnTo>
                    <a:pt x="17644847" y="9315958"/>
                  </a:lnTo>
                  <a:lnTo>
                    <a:pt x="17751070" y="9147429"/>
                  </a:lnTo>
                  <a:lnTo>
                    <a:pt x="17806620" y="9060929"/>
                  </a:lnTo>
                  <a:lnTo>
                    <a:pt x="17916767" y="8887981"/>
                  </a:lnTo>
                  <a:lnTo>
                    <a:pt x="18052784" y="8672068"/>
                  </a:lnTo>
                  <a:lnTo>
                    <a:pt x="18267134" y="8327898"/>
                  </a:lnTo>
                  <a:lnTo>
                    <a:pt x="18274132" y="8331174"/>
                  </a:lnTo>
                  <a:lnTo>
                    <a:pt x="18288000" y="8338032"/>
                  </a:lnTo>
                  <a:lnTo>
                    <a:pt x="18288000" y="8294319"/>
                  </a:lnTo>
                  <a:lnTo>
                    <a:pt x="18288000" y="8228457"/>
                  </a:lnTo>
                  <a:close/>
                </a:path>
                <a:path w="18288000" h="10287000">
                  <a:moveTo>
                    <a:pt x="18288000" y="5221643"/>
                  </a:moveTo>
                  <a:lnTo>
                    <a:pt x="18067046" y="5368341"/>
                  </a:lnTo>
                  <a:lnTo>
                    <a:pt x="17977384" y="5426532"/>
                  </a:lnTo>
                  <a:lnTo>
                    <a:pt x="17964239" y="5463679"/>
                  </a:lnTo>
                  <a:lnTo>
                    <a:pt x="18167795" y="5330507"/>
                  </a:lnTo>
                  <a:lnTo>
                    <a:pt x="18288000" y="5249799"/>
                  </a:lnTo>
                  <a:lnTo>
                    <a:pt x="18288000" y="5221643"/>
                  </a:lnTo>
                  <a:close/>
                </a:path>
                <a:path w="18288000" h="10287000">
                  <a:moveTo>
                    <a:pt x="18288000" y="4872177"/>
                  </a:moveTo>
                  <a:lnTo>
                    <a:pt x="18187988" y="4829454"/>
                  </a:lnTo>
                  <a:lnTo>
                    <a:pt x="18169979" y="4880610"/>
                  </a:lnTo>
                  <a:lnTo>
                    <a:pt x="18288000" y="4931041"/>
                  </a:lnTo>
                  <a:lnTo>
                    <a:pt x="18288000" y="4872177"/>
                  </a:lnTo>
                  <a:close/>
                </a:path>
                <a:path w="18288000" h="10287000">
                  <a:moveTo>
                    <a:pt x="18288000" y="2813913"/>
                  </a:moveTo>
                  <a:lnTo>
                    <a:pt x="18213553" y="2940367"/>
                  </a:lnTo>
                  <a:lnTo>
                    <a:pt x="17828845" y="3580155"/>
                  </a:lnTo>
                  <a:lnTo>
                    <a:pt x="17671199" y="3835476"/>
                  </a:lnTo>
                  <a:lnTo>
                    <a:pt x="17722063" y="3813899"/>
                  </a:lnTo>
                  <a:lnTo>
                    <a:pt x="18007241" y="3346983"/>
                  </a:lnTo>
                  <a:lnTo>
                    <a:pt x="18288000" y="2873781"/>
                  </a:lnTo>
                  <a:lnTo>
                    <a:pt x="18288000" y="2813913"/>
                  </a:lnTo>
                  <a:close/>
                </a:path>
              </a:pathLst>
            </a:custGeom>
            <a:solidFill>
              <a:srgbClr val="00408C">
                <a:alpha val="3568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3"/>
            <p:cNvSpPr/>
            <p:nvPr/>
          </p:nvSpPr>
          <p:spPr>
            <a:xfrm>
              <a:off x="0" y="11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3479139" y="870813"/>
                  </a:moveTo>
                  <a:lnTo>
                    <a:pt x="3429990" y="870813"/>
                  </a:lnTo>
                  <a:lnTo>
                    <a:pt x="3374987" y="1035697"/>
                  </a:lnTo>
                  <a:lnTo>
                    <a:pt x="3092805" y="1871370"/>
                  </a:lnTo>
                  <a:lnTo>
                    <a:pt x="3132963" y="1888655"/>
                  </a:lnTo>
                  <a:lnTo>
                    <a:pt x="3479139" y="870813"/>
                  </a:lnTo>
                  <a:close/>
                </a:path>
                <a:path w="18288000" h="10287000">
                  <a:moveTo>
                    <a:pt x="7029450" y="9326016"/>
                  </a:moveTo>
                  <a:lnTo>
                    <a:pt x="6581788" y="8913228"/>
                  </a:lnTo>
                  <a:lnTo>
                    <a:pt x="6136678" y="8515274"/>
                  </a:lnTo>
                  <a:lnTo>
                    <a:pt x="5913018" y="8319897"/>
                  </a:lnTo>
                  <a:lnTo>
                    <a:pt x="5362651" y="7855407"/>
                  </a:lnTo>
                  <a:lnTo>
                    <a:pt x="4811306" y="7408773"/>
                  </a:lnTo>
                  <a:lnTo>
                    <a:pt x="4232465" y="6959778"/>
                  </a:lnTo>
                  <a:lnTo>
                    <a:pt x="3667595" y="6538531"/>
                  </a:lnTo>
                  <a:lnTo>
                    <a:pt x="3082734" y="6121400"/>
                  </a:lnTo>
                  <a:lnTo>
                    <a:pt x="2556459" y="5762231"/>
                  </a:lnTo>
                  <a:lnTo>
                    <a:pt x="1893366" y="5327777"/>
                  </a:lnTo>
                  <a:lnTo>
                    <a:pt x="1294726" y="4954181"/>
                  </a:lnTo>
                  <a:lnTo>
                    <a:pt x="674230" y="4584814"/>
                  </a:lnTo>
                  <a:lnTo>
                    <a:pt x="0" y="4203662"/>
                  </a:lnTo>
                  <a:lnTo>
                    <a:pt x="0" y="4218952"/>
                  </a:lnTo>
                  <a:lnTo>
                    <a:pt x="626211" y="4576140"/>
                  </a:lnTo>
                  <a:lnTo>
                    <a:pt x="705650" y="4622558"/>
                  </a:lnTo>
                  <a:lnTo>
                    <a:pt x="1350454" y="5011902"/>
                  </a:lnTo>
                  <a:lnTo>
                    <a:pt x="1800021" y="5295062"/>
                  </a:lnTo>
                  <a:lnTo>
                    <a:pt x="1560309" y="5846038"/>
                  </a:lnTo>
                  <a:lnTo>
                    <a:pt x="1232154" y="6565671"/>
                  </a:lnTo>
                  <a:lnTo>
                    <a:pt x="967130" y="7120166"/>
                  </a:lnTo>
                  <a:lnTo>
                    <a:pt x="708926" y="7640739"/>
                  </a:lnTo>
                  <a:lnTo>
                    <a:pt x="420763" y="8199310"/>
                  </a:lnTo>
                  <a:lnTo>
                    <a:pt x="179247" y="8649284"/>
                  </a:lnTo>
                  <a:lnTo>
                    <a:pt x="70942" y="8849169"/>
                  </a:lnTo>
                  <a:lnTo>
                    <a:pt x="0" y="8975407"/>
                  </a:lnTo>
                  <a:lnTo>
                    <a:pt x="0" y="9025839"/>
                  </a:lnTo>
                  <a:lnTo>
                    <a:pt x="110147" y="8830526"/>
                  </a:lnTo>
                  <a:lnTo>
                    <a:pt x="416420" y="8265909"/>
                  </a:lnTo>
                  <a:lnTo>
                    <a:pt x="648284" y="7823136"/>
                  </a:lnTo>
                  <a:lnTo>
                    <a:pt x="913320" y="7297979"/>
                  </a:lnTo>
                  <a:lnTo>
                    <a:pt x="1179868" y="6749847"/>
                  </a:lnTo>
                  <a:lnTo>
                    <a:pt x="1437919" y="6198514"/>
                  </a:lnTo>
                  <a:lnTo>
                    <a:pt x="1669351" y="5683224"/>
                  </a:lnTo>
                  <a:lnTo>
                    <a:pt x="1830019" y="5313959"/>
                  </a:lnTo>
                  <a:lnTo>
                    <a:pt x="1899666" y="5357812"/>
                  </a:lnTo>
                  <a:lnTo>
                    <a:pt x="2473287" y="5736437"/>
                  </a:lnTo>
                  <a:lnTo>
                    <a:pt x="3026003" y="6115659"/>
                  </a:lnTo>
                  <a:lnTo>
                    <a:pt x="3114954" y="6178054"/>
                  </a:lnTo>
                  <a:lnTo>
                    <a:pt x="3650170" y="6562242"/>
                  </a:lnTo>
                  <a:lnTo>
                    <a:pt x="4291812" y="7045160"/>
                  </a:lnTo>
                  <a:lnTo>
                    <a:pt x="4790452" y="7435062"/>
                  </a:lnTo>
                  <a:lnTo>
                    <a:pt x="5339854" y="7882839"/>
                  </a:lnTo>
                  <a:lnTo>
                    <a:pt x="5888304" y="8348472"/>
                  </a:lnTo>
                  <a:lnTo>
                    <a:pt x="6336195" y="8745093"/>
                  </a:lnTo>
                  <a:lnTo>
                    <a:pt x="6669468" y="9049474"/>
                  </a:lnTo>
                  <a:lnTo>
                    <a:pt x="6507670" y="9298445"/>
                  </a:lnTo>
                  <a:lnTo>
                    <a:pt x="5987313" y="10098405"/>
                  </a:lnTo>
                  <a:lnTo>
                    <a:pt x="6115050" y="9999104"/>
                  </a:lnTo>
                  <a:lnTo>
                    <a:pt x="6707505" y="9084208"/>
                  </a:lnTo>
                  <a:lnTo>
                    <a:pt x="6778803" y="9149309"/>
                  </a:lnTo>
                  <a:lnTo>
                    <a:pt x="6994296" y="9350591"/>
                  </a:lnTo>
                  <a:lnTo>
                    <a:pt x="7029450" y="9326016"/>
                  </a:lnTo>
                  <a:close/>
                </a:path>
                <a:path w="18288000" h="10287000">
                  <a:moveTo>
                    <a:pt x="8138439" y="6791134"/>
                  </a:moveTo>
                  <a:lnTo>
                    <a:pt x="6692544" y="9014117"/>
                  </a:lnTo>
                  <a:lnTo>
                    <a:pt x="6730403" y="9048839"/>
                  </a:lnTo>
                  <a:lnTo>
                    <a:pt x="7782827" y="7423785"/>
                  </a:lnTo>
                  <a:lnTo>
                    <a:pt x="8101012" y="6932295"/>
                  </a:lnTo>
                  <a:lnTo>
                    <a:pt x="8138439" y="6791134"/>
                  </a:lnTo>
                  <a:close/>
                </a:path>
                <a:path w="18288000" h="10287000">
                  <a:moveTo>
                    <a:pt x="8771230" y="4398264"/>
                  </a:moveTo>
                  <a:lnTo>
                    <a:pt x="6457378" y="855383"/>
                  </a:lnTo>
                  <a:lnTo>
                    <a:pt x="6424803" y="855675"/>
                  </a:lnTo>
                  <a:lnTo>
                    <a:pt x="6630111" y="1171714"/>
                  </a:lnTo>
                  <a:lnTo>
                    <a:pt x="8757945" y="4448556"/>
                  </a:lnTo>
                  <a:lnTo>
                    <a:pt x="8771230" y="4398264"/>
                  </a:lnTo>
                  <a:close/>
                </a:path>
                <a:path w="18288000" h="10287000">
                  <a:moveTo>
                    <a:pt x="9747352" y="808240"/>
                  </a:moveTo>
                  <a:lnTo>
                    <a:pt x="9720491" y="808812"/>
                  </a:lnTo>
                  <a:lnTo>
                    <a:pt x="9476461" y="1731352"/>
                  </a:lnTo>
                  <a:lnTo>
                    <a:pt x="8444484" y="5634126"/>
                  </a:lnTo>
                  <a:lnTo>
                    <a:pt x="8478050" y="5670562"/>
                  </a:lnTo>
                  <a:lnTo>
                    <a:pt x="9747352" y="808240"/>
                  </a:lnTo>
                  <a:close/>
                </a:path>
                <a:path w="18288000" h="10287000">
                  <a:moveTo>
                    <a:pt x="12050649" y="756094"/>
                  </a:moveTo>
                  <a:lnTo>
                    <a:pt x="12015635" y="756945"/>
                  </a:lnTo>
                  <a:lnTo>
                    <a:pt x="11931053" y="896531"/>
                  </a:lnTo>
                  <a:lnTo>
                    <a:pt x="11283328" y="1939328"/>
                  </a:lnTo>
                  <a:lnTo>
                    <a:pt x="9232913" y="5105044"/>
                  </a:lnTo>
                  <a:lnTo>
                    <a:pt x="8799093" y="4440834"/>
                  </a:lnTo>
                  <a:lnTo>
                    <a:pt x="8785949" y="4491558"/>
                  </a:lnTo>
                  <a:lnTo>
                    <a:pt x="9208694" y="5142433"/>
                  </a:lnTo>
                  <a:lnTo>
                    <a:pt x="8702650" y="5923737"/>
                  </a:lnTo>
                  <a:lnTo>
                    <a:pt x="8732368" y="5957455"/>
                  </a:lnTo>
                  <a:lnTo>
                    <a:pt x="11048987" y="2370632"/>
                  </a:lnTo>
                  <a:lnTo>
                    <a:pt x="11636807" y="1434553"/>
                  </a:lnTo>
                  <a:lnTo>
                    <a:pt x="12050649" y="756094"/>
                  </a:lnTo>
                  <a:close/>
                </a:path>
                <a:path w="18288000" h="10287000">
                  <a:moveTo>
                    <a:pt x="15541320" y="6081763"/>
                  </a:moveTo>
                  <a:lnTo>
                    <a:pt x="15538692" y="5316436"/>
                  </a:lnTo>
                  <a:lnTo>
                    <a:pt x="15520073" y="4408551"/>
                  </a:lnTo>
                  <a:lnTo>
                    <a:pt x="15484069" y="3538867"/>
                  </a:lnTo>
                  <a:lnTo>
                    <a:pt x="15437688" y="2756827"/>
                  </a:lnTo>
                  <a:lnTo>
                    <a:pt x="15373960" y="1944319"/>
                  </a:lnTo>
                  <a:lnTo>
                    <a:pt x="15288768" y="1056982"/>
                  </a:lnTo>
                  <a:lnTo>
                    <a:pt x="15242616" y="660361"/>
                  </a:lnTo>
                  <a:lnTo>
                    <a:pt x="15212187" y="661504"/>
                  </a:lnTo>
                  <a:lnTo>
                    <a:pt x="15257475" y="1060272"/>
                  </a:lnTo>
                  <a:lnTo>
                    <a:pt x="15338006" y="1921497"/>
                  </a:lnTo>
                  <a:lnTo>
                    <a:pt x="15397963" y="2704173"/>
                  </a:lnTo>
                  <a:lnTo>
                    <a:pt x="15447645" y="3580447"/>
                  </a:lnTo>
                  <a:lnTo>
                    <a:pt x="15481211" y="4490123"/>
                  </a:lnTo>
                  <a:lnTo>
                    <a:pt x="15486634" y="4793285"/>
                  </a:lnTo>
                  <a:lnTo>
                    <a:pt x="14972157" y="5026050"/>
                  </a:lnTo>
                  <a:lnTo>
                    <a:pt x="13443966" y="5733135"/>
                  </a:lnTo>
                  <a:lnTo>
                    <a:pt x="12558078" y="6156947"/>
                  </a:lnTo>
                  <a:lnTo>
                    <a:pt x="11704168" y="6580289"/>
                  </a:lnTo>
                  <a:lnTo>
                    <a:pt x="10990034" y="6947192"/>
                  </a:lnTo>
                  <a:lnTo>
                    <a:pt x="10345331" y="7290511"/>
                  </a:lnTo>
                  <a:lnTo>
                    <a:pt x="9966668" y="7498220"/>
                  </a:lnTo>
                  <a:lnTo>
                    <a:pt x="9993668" y="7534364"/>
                  </a:lnTo>
                  <a:lnTo>
                    <a:pt x="10600754" y="7201751"/>
                  </a:lnTo>
                  <a:lnTo>
                    <a:pt x="11322545" y="6821297"/>
                  </a:lnTo>
                  <a:lnTo>
                    <a:pt x="12195378" y="6378791"/>
                  </a:lnTo>
                  <a:lnTo>
                    <a:pt x="12937046" y="6015748"/>
                  </a:lnTo>
                  <a:lnTo>
                    <a:pt x="13563981" y="5716282"/>
                  </a:lnTo>
                  <a:lnTo>
                    <a:pt x="15347176" y="4891341"/>
                  </a:lnTo>
                  <a:lnTo>
                    <a:pt x="15487257" y="4827841"/>
                  </a:lnTo>
                  <a:lnTo>
                    <a:pt x="15495258" y="5273840"/>
                  </a:lnTo>
                  <a:lnTo>
                    <a:pt x="15496248" y="5571629"/>
                  </a:lnTo>
                  <a:lnTo>
                    <a:pt x="15495905" y="6081395"/>
                  </a:lnTo>
                  <a:lnTo>
                    <a:pt x="15480792" y="6893433"/>
                  </a:lnTo>
                  <a:lnTo>
                    <a:pt x="15455786" y="7595235"/>
                  </a:lnTo>
                  <a:lnTo>
                    <a:pt x="15420569" y="8270557"/>
                  </a:lnTo>
                  <a:lnTo>
                    <a:pt x="15374201" y="8976398"/>
                  </a:lnTo>
                  <a:lnTo>
                    <a:pt x="15326652" y="9571304"/>
                  </a:lnTo>
                  <a:lnTo>
                    <a:pt x="15257234" y="10287000"/>
                  </a:lnTo>
                  <a:lnTo>
                    <a:pt x="15313203" y="10287000"/>
                  </a:lnTo>
                  <a:lnTo>
                    <a:pt x="15380945" y="9576092"/>
                  </a:lnTo>
                  <a:lnTo>
                    <a:pt x="15428494" y="8980399"/>
                  </a:lnTo>
                  <a:lnTo>
                    <a:pt x="15472550" y="8290839"/>
                  </a:lnTo>
                  <a:lnTo>
                    <a:pt x="15506510" y="7596949"/>
                  </a:lnTo>
                  <a:lnTo>
                    <a:pt x="15529078" y="6894716"/>
                  </a:lnTo>
                  <a:lnTo>
                    <a:pt x="15541320" y="6081763"/>
                  </a:lnTo>
                  <a:close/>
                </a:path>
                <a:path w="18288000" h="10287000">
                  <a:moveTo>
                    <a:pt x="18288000" y="4437545"/>
                  </a:moveTo>
                  <a:lnTo>
                    <a:pt x="18153545" y="4814887"/>
                  </a:lnTo>
                  <a:lnTo>
                    <a:pt x="18135410" y="4866030"/>
                  </a:lnTo>
                  <a:lnTo>
                    <a:pt x="17923955" y="5460822"/>
                  </a:lnTo>
                  <a:lnTo>
                    <a:pt x="17740084" y="5979820"/>
                  </a:lnTo>
                  <a:lnTo>
                    <a:pt x="17620984" y="6318275"/>
                  </a:lnTo>
                  <a:lnTo>
                    <a:pt x="17519269" y="6609067"/>
                  </a:lnTo>
                  <a:lnTo>
                    <a:pt x="17470158" y="6749974"/>
                  </a:lnTo>
                  <a:lnTo>
                    <a:pt x="17465040" y="6764553"/>
                  </a:lnTo>
                  <a:lnTo>
                    <a:pt x="17370171" y="7038340"/>
                  </a:lnTo>
                  <a:lnTo>
                    <a:pt x="17322965" y="7175347"/>
                  </a:lnTo>
                  <a:lnTo>
                    <a:pt x="17256519" y="7369048"/>
                  </a:lnTo>
                  <a:lnTo>
                    <a:pt x="17222813" y="7467828"/>
                  </a:lnTo>
                  <a:lnTo>
                    <a:pt x="17189285" y="7566660"/>
                  </a:lnTo>
                  <a:lnTo>
                    <a:pt x="17185564" y="7577493"/>
                  </a:lnTo>
                  <a:lnTo>
                    <a:pt x="17174566" y="7610094"/>
                  </a:lnTo>
                  <a:lnTo>
                    <a:pt x="17159377" y="7654874"/>
                  </a:lnTo>
                  <a:lnTo>
                    <a:pt x="17151808" y="7677277"/>
                  </a:lnTo>
                  <a:lnTo>
                    <a:pt x="17144276" y="7699667"/>
                  </a:lnTo>
                  <a:lnTo>
                    <a:pt x="17139806" y="7712659"/>
                  </a:lnTo>
                  <a:lnTo>
                    <a:pt x="17135374" y="7725689"/>
                  </a:lnTo>
                  <a:lnTo>
                    <a:pt x="17078186" y="7895666"/>
                  </a:lnTo>
                  <a:lnTo>
                    <a:pt x="17030078" y="8039519"/>
                  </a:lnTo>
                  <a:lnTo>
                    <a:pt x="16982263" y="8183346"/>
                  </a:lnTo>
                  <a:lnTo>
                    <a:pt x="16934739" y="8327149"/>
                  </a:lnTo>
                  <a:lnTo>
                    <a:pt x="16887533" y="8470900"/>
                  </a:lnTo>
                  <a:lnTo>
                    <a:pt x="16856240" y="8566696"/>
                  </a:lnTo>
                  <a:lnTo>
                    <a:pt x="16825100" y="8662467"/>
                  </a:lnTo>
                  <a:lnTo>
                    <a:pt x="16794112" y="8758199"/>
                  </a:lnTo>
                  <a:lnTo>
                    <a:pt x="16763340" y="8853729"/>
                  </a:lnTo>
                  <a:lnTo>
                    <a:pt x="16732619" y="8949525"/>
                  </a:lnTo>
                  <a:lnTo>
                    <a:pt x="16702126" y="9045105"/>
                  </a:lnTo>
                  <a:lnTo>
                    <a:pt x="16671798" y="9140634"/>
                  </a:lnTo>
                  <a:lnTo>
                    <a:pt x="16641648" y="9236100"/>
                  </a:lnTo>
                  <a:lnTo>
                    <a:pt x="16611676" y="9331503"/>
                  </a:lnTo>
                  <a:lnTo>
                    <a:pt x="16581882" y="9426829"/>
                  </a:lnTo>
                  <a:lnTo>
                    <a:pt x="16567061" y="9474467"/>
                  </a:lnTo>
                  <a:lnTo>
                    <a:pt x="16551885" y="9523451"/>
                  </a:lnTo>
                  <a:lnTo>
                    <a:pt x="16536772" y="9572422"/>
                  </a:lnTo>
                  <a:lnTo>
                    <a:pt x="16521722" y="9621380"/>
                  </a:lnTo>
                  <a:lnTo>
                    <a:pt x="16506736" y="9670301"/>
                  </a:lnTo>
                  <a:lnTo>
                    <a:pt x="16491814" y="9719208"/>
                  </a:lnTo>
                  <a:lnTo>
                    <a:pt x="16476955" y="9768091"/>
                  </a:lnTo>
                  <a:lnTo>
                    <a:pt x="16462159" y="9816960"/>
                  </a:lnTo>
                  <a:lnTo>
                    <a:pt x="16447427" y="9865792"/>
                  </a:lnTo>
                  <a:lnTo>
                    <a:pt x="16432759" y="9914598"/>
                  </a:lnTo>
                  <a:lnTo>
                    <a:pt x="16418154" y="9963379"/>
                  </a:lnTo>
                  <a:lnTo>
                    <a:pt x="16403625" y="10012147"/>
                  </a:lnTo>
                  <a:lnTo>
                    <a:pt x="16389147" y="10060876"/>
                  </a:lnTo>
                  <a:lnTo>
                    <a:pt x="16374733" y="10109568"/>
                  </a:lnTo>
                  <a:lnTo>
                    <a:pt x="16360394" y="10158247"/>
                  </a:lnTo>
                  <a:lnTo>
                    <a:pt x="16346119" y="10206888"/>
                  </a:lnTo>
                  <a:lnTo>
                    <a:pt x="16331895" y="10255504"/>
                  </a:lnTo>
                  <a:lnTo>
                    <a:pt x="16322726" y="10287000"/>
                  </a:lnTo>
                  <a:lnTo>
                    <a:pt x="16378974" y="10287000"/>
                  </a:lnTo>
                  <a:lnTo>
                    <a:pt x="16397427" y="10223475"/>
                  </a:lnTo>
                  <a:lnTo>
                    <a:pt x="16411651" y="10174757"/>
                  </a:lnTo>
                  <a:lnTo>
                    <a:pt x="16425926" y="10126015"/>
                  </a:lnTo>
                  <a:lnTo>
                    <a:pt x="16440252" y="10077247"/>
                  </a:lnTo>
                  <a:lnTo>
                    <a:pt x="16454641" y="10028441"/>
                  </a:lnTo>
                  <a:lnTo>
                    <a:pt x="16469081" y="9979596"/>
                  </a:lnTo>
                  <a:lnTo>
                    <a:pt x="16483584" y="9930740"/>
                  </a:lnTo>
                  <a:lnTo>
                    <a:pt x="16498138" y="9881845"/>
                  </a:lnTo>
                  <a:lnTo>
                    <a:pt x="16512756" y="9832924"/>
                  </a:lnTo>
                  <a:lnTo>
                    <a:pt x="16527412" y="9783978"/>
                  </a:lnTo>
                  <a:lnTo>
                    <a:pt x="16542131" y="9734994"/>
                  </a:lnTo>
                  <a:lnTo>
                    <a:pt x="16556901" y="9685998"/>
                  </a:lnTo>
                  <a:lnTo>
                    <a:pt x="16586594" y="9587928"/>
                  </a:lnTo>
                  <a:lnTo>
                    <a:pt x="16616502" y="9489757"/>
                  </a:lnTo>
                  <a:lnTo>
                    <a:pt x="16631501" y="9440939"/>
                  </a:lnTo>
                  <a:lnTo>
                    <a:pt x="16661664" y="9343250"/>
                  </a:lnTo>
                  <a:lnTo>
                    <a:pt x="16692017" y="9245486"/>
                  </a:lnTo>
                  <a:lnTo>
                    <a:pt x="16722560" y="9147645"/>
                  </a:lnTo>
                  <a:lnTo>
                    <a:pt x="16753294" y="9049741"/>
                  </a:lnTo>
                  <a:lnTo>
                    <a:pt x="16784206" y="8951760"/>
                  </a:lnTo>
                  <a:lnTo>
                    <a:pt x="16815257" y="8853881"/>
                  </a:lnTo>
                  <a:lnTo>
                    <a:pt x="16846576" y="8755647"/>
                  </a:lnTo>
                  <a:lnTo>
                    <a:pt x="16878008" y="8657526"/>
                  </a:lnTo>
                  <a:lnTo>
                    <a:pt x="16909606" y="8559355"/>
                  </a:lnTo>
                  <a:lnTo>
                    <a:pt x="16941369" y="8461146"/>
                  </a:lnTo>
                  <a:lnTo>
                    <a:pt x="16973271" y="8362899"/>
                  </a:lnTo>
                  <a:lnTo>
                    <a:pt x="17021417" y="8215503"/>
                  </a:lnTo>
                  <a:lnTo>
                    <a:pt x="17069893" y="8068056"/>
                  </a:lnTo>
                  <a:lnTo>
                    <a:pt x="17118661" y="7920583"/>
                  </a:lnTo>
                  <a:lnTo>
                    <a:pt x="17167708" y="7773111"/>
                  </a:lnTo>
                  <a:lnTo>
                    <a:pt x="17172026" y="7760043"/>
                  </a:lnTo>
                  <a:lnTo>
                    <a:pt x="17176369" y="7746974"/>
                  </a:lnTo>
                  <a:lnTo>
                    <a:pt x="17180751" y="7733944"/>
                  </a:lnTo>
                  <a:lnTo>
                    <a:pt x="17185145" y="7720965"/>
                  </a:lnTo>
                  <a:lnTo>
                    <a:pt x="17210342" y="7645679"/>
                  </a:lnTo>
                  <a:lnTo>
                    <a:pt x="17299102" y="7381773"/>
                  </a:lnTo>
                  <a:lnTo>
                    <a:pt x="17348734" y="7235190"/>
                  </a:lnTo>
                  <a:lnTo>
                    <a:pt x="17381335" y="7139686"/>
                  </a:lnTo>
                  <a:lnTo>
                    <a:pt x="17446740" y="6948868"/>
                  </a:lnTo>
                  <a:lnTo>
                    <a:pt x="17496041" y="6805841"/>
                  </a:lnTo>
                  <a:lnTo>
                    <a:pt x="17516323" y="6746557"/>
                  </a:lnTo>
                  <a:lnTo>
                    <a:pt x="17549305" y="6651079"/>
                  </a:lnTo>
                  <a:lnTo>
                    <a:pt x="17648543" y="6365024"/>
                  </a:lnTo>
                  <a:lnTo>
                    <a:pt x="17781334" y="5984595"/>
                  </a:lnTo>
                  <a:lnTo>
                    <a:pt x="17964239" y="5463679"/>
                  </a:lnTo>
                  <a:lnTo>
                    <a:pt x="17977384" y="5426532"/>
                  </a:lnTo>
                  <a:lnTo>
                    <a:pt x="18149494" y="4938395"/>
                  </a:lnTo>
                  <a:lnTo>
                    <a:pt x="18169979" y="4880610"/>
                  </a:lnTo>
                  <a:lnTo>
                    <a:pt x="18187988" y="4829454"/>
                  </a:lnTo>
                  <a:lnTo>
                    <a:pt x="18288000" y="4546422"/>
                  </a:lnTo>
                  <a:lnTo>
                    <a:pt x="18288000" y="4437545"/>
                  </a:lnTo>
                  <a:close/>
                </a:path>
                <a:path w="18288000" h="10287000">
                  <a:moveTo>
                    <a:pt x="18288000" y="3574300"/>
                  </a:moveTo>
                  <a:lnTo>
                    <a:pt x="17944948" y="3719030"/>
                  </a:lnTo>
                  <a:lnTo>
                    <a:pt x="16330918" y="4417326"/>
                  </a:lnTo>
                  <a:lnTo>
                    <a:pt x="15528366" y="4774450"/>
                  </a:lnTo>
                  <a:lnTo>
                    <a:pt x="15529217" y="4808880"/>
                  </a:lnTo>
                  <a:lnTo>
                    <a:pt x="17282808" y="4032313"/>
                  </a:lnTo>
                  <a:lnTo>
                    <a:pt x="18288000" y="3601161"/>
                  </a:lnTo>
                  <a:lnTo>
                    <a:pt x="18288000" y="3574300"/>
                  </a:lnTo>
                  <a:close/>
                </a:path>
                <a:path w="18288000" h="10287000">
                  <a:moveTo>
                    <a:pt x="18288000" y="485203"/>
                  </a:moveTo>
                  <a:lnTo>
                    <a:pt x="15235784" y="601827"/>
                  </a:lnTo>
                  <a:lnTo>
                    <a:pt x="15195322" y="253847"/>
                  </a:lnTo>
                  <a:lnTo>
                    <a:pt x="15161463" y="0"/>
                  </a:lnTo>
                  <a:lnTo>
                    <a:pt x="15132647" y="0"/>
                  </a:lnTo>
                  <a:lnTo>
                    <a:pt x="15160079" y="206476"/>
                  </a:lnTo>
                  <a:lnTo>
                    <a:pt x="15205507" y="602983"/>
                  </a:lnTo>
                  <a:lnTo>
                    <a:pt x="12974473" y="688225"/>
                  </a:lnTo>
                  <a:lnTo>
                    <a:pt x="12078830" y="708850"/>
                  </a:lnTo>
                  <a:lnTo>
                    <a:pt x="12438875" y="99098"/>
                  </a:lnTo>
                  <a:lnTo>
                    <a:pt x="12495911" y="0"/>
                  </a:lnTo>
                  <a:lnTo>
                    <a:pt x="12464313" y="0"/>
                  </a:lnTo>
                  <a:lnTo>
                    <a:pt x="12123941" y="576948"/>
                  </a:lnTo>
                  <a:lnTo>
                    <a:pt x="12044134" y="709650"/>
                  </a:lnTo>
                  <a:lnTo>
                    <a:pt x="9759340" y="762241"/>
                  </a:lnTo>
                  <a:lnTo>
                    <a:pt x="9958286" y="0"/>
                  </a:lnTo>
                  <a:lnTo>
                    <a:pt x="9934232" y="0"/>
                  </a:lnTo>
                  <a:lnTo>
                    <a:pt x="9732505" y="762863"/>
                  </a:lnTo>
                  <a:lnTo>
                    <a:pt x="7661669" y="810526"/>
                  </a:lnTo>
                  <a:lnTo>
                    <a:pt x="6434264" y="820039"/>
                  </a:lnTo>
                  <a:lnTo>
                    <a:pt x="5898667" y="0"/>
                  </a:lnTo>
                  <a:lnTo>
                    <a:pt x="5869203" y="0"/>
                  </a:lnTo>
                  <a:lnTo>
                    <a:pt x="6401879" y="820293"/>
                  </a:lnTo>
                  <a:lnTo>
                    <a:pt x="3488626" y="842848"/>
                  </a:lnTo>
                  <a:lnTo>
                    <a:pt x="3771061" y="0"/>
                  </a:lnTo>
                  <a:lnTo>
                    <a:pt x="3719042" y="0"/>
                  </a:lnTo>
                  <a:lnTo>
                    <a:pt x="3439223" y="843229"/>
                  </a:lnTo>
                  <a:lnTo>
                    <a:pt x="2052396" y="853960"/>
                  </a:lnTo>
                  <a:lnTo>
                    <a:pt x="216687" y="847712"/>
                  </a:lnTo>
                  <a:lnTo>
                    <a:pt x="0" y="783094"/>
                  </a:lnTo>
                  <a:lnTo>
                    <a:pt x="0" y="797953"/>
                  </a:lnTo>
                  <a:lnTo>
                    <a:pt x="165074" y="847534"/>
                  </a:lnTo>
                  <a:lnTo>
                    <a:pt x="0" y="846963"/>
                  </a:lnTo>
                  <a:lnTo>
                    <a:pt x="0" y="856957"/>
                  </a:lnTo>
                  <a:lnTo>
                    <a:pt x="202844" y="859015"/>
                  </a:lnTo>
                  <a:lnTo>
                    <a:pt x="570458" y="972959"/>
                  </a:lnTo>
                  <a:lnTo>
                    <a:pt x="1032319" y="1122083"/>
                  </a:lnTo>
                  <a:lnTo>
                    <a:pt x="1557756" y="1301305"/>
                  </a:lnTo>
                  <a:lnTo>
                    <a:pt x="1934959" y="1436928"/>
                  </a:lnTo>
                  <a:lnTo>
                    <a:pt x="2272487" y="1563687"/>
                  </a:lnTo>
                  <a:lnTo>
                    <a:pt x="2566746" y="1678774"/>
                  </a:lnTo>
                  <a:lnTo>
                    <a:pt x="2895282" y="1813534"/>
                  </a:lnTo>
                  <a:lnTo>
                    <a:pt x="3084728" y="1894865"/>
                  </a:lnTo>
                  <a:lnTo>
                    <a:pt x="2699474" y="2994939"/>
                  </a:lnTo>
                  <a:lnTo>
                    <a:pt x="2433751" y="3716248"/>
                  </a:lnTo>
                  <a:lnTo>
                    <a:pt x="2210409" y="4295673"/>
                  </a:lnTo>
                  <a:lnTo>
                    <a:pt x="1974240" y="4880038"/>
                  </a:lnTo>
                  <a:lnTo>
                    <a:pt x="1808645" y="5274792"/>
                  </a:lnTo>
                  <a:lnTo>
                    <a:pt x="1838794" y="5293652"/>
                  </a:lnTo>
                  <a:lnTo>
                    <a:pt x="2012251" y="4883035"/>
                  </a:lnTo>
                  <a:lnTo>
                    <a:pt x="2274417" y="4236669"/>
                  </a:lnTo>
                  <a:lnTo>
                    <a:pt x="2506967" y="3633076"/>
                  </a:lnTo>
                  <a:lnTo>
                    <a:pt x="2823019" y="2772016"/>
                  </a:lnTo>
                  <a:lnTo>
                    <a:pt x="3124885" y="1912099"/>
                  </a:lnTo>
                  <a:lnTo>
                    <a:pt x="3215386" y="1950935"/>
                  </a:lnTo>
                  <a:lnTo>
                    <a:pt x="3487699" y="2072932"/>
                  </a:lnTo>
                  <a:lnTo>
                    <a:pt x="3718687" y="2180374"/>
                  </a:lnTo>
                  <a:lnTo>
                    <a:pt x="3954742" y="2294331"/>
                  </a:lnTo>
                  <a:lnTo>
                    <a:pt x="4165943" y="2399868"/>
                  </a:lnTo>
                  <a:lnTo>
                    <a:pt x="4428553" y="2536317"/>
                  </a:lnTo>
                  <a:lnTo>
                    <a:pt x="4649762" y="2655951"/>
                  </a:lnTo>
                  <a:lnTo>
                    <a:pt x="4875034" y="2782481"/>
                  </a:lnTo>
                  <a:lnTo>
                    <a:pt x="5089791" y="2907766"/>
                  </a:lnTo>
                  <a:lnTo>
                    <a:pt x="5304066" y="3037636"/>
                  </a:lnTo>
                  <a:lnTo>
                    <a:pt x="5517642" y="3172218"/>
                  </a:lnTo>
                  <a:lnTo>
                    <a:pt x="5837352" y="3383127"/>
                  </a:lnTo>
                  <a:lnTo>
                    <a:pt x="6103163" y="3569258"/>
                  </a:lnTo>
                  <a:lnTo>
                    <a:pt x="6388646" y="3780040"/>
                  </a:lnTo>
                  <a:lnTo>
                    <a:pt x="6731825" y="4051223"/>
                  </a:lnTo>
                  <a:lnTo>
                    <a:pt x="6805269" y="4111396"/>
                  </a:lnTo>
                  <a:lnTo>
                    <a:pt x="7127405" y="4385564"/>
                  </a:lnTo>
                  <a:lnTo>
                    <a:pt x="7469645" y="4696587"/>
                  </a:lnTo>
                  <a:lnTo>
                    <a:pt x="7799845" y="5015903"/>
                  </a:lnTo>
                  <a:lnTo>
                    <a:pt x="7834401" y="5049913"/>
                  </a:lnTo>
                  <a:lnTo>
                    <a:pt x="8125549" y="5349799"/>
                  </a:lnTo>
                  <a:lnTo>
                    <a:pt x="8305889" y="5542546"/>
                  </a:lnTo>
                  <a:lnTo>
                    <a:pt x="8432432" y="5679897"/>
                  </a:lnTo>
                  <a:lnTo>
                    <a:pt x="8284311" y="6239776"/>
                  </a:lnTo>
                  <a:lnTo>
                    <a:pt x="7565657" y="8957970"/>
                  </a:lnTo>
                  <a:lnTo>
                    <a:pt x="7631239" y="8914536"/>
                  </a:lnTo>
                  <a:lnTo>
                    <a:pt x="8466176" y="5716511"/>
                  </a:lnTo>
                  <a:lnTo>
                    <a:pt x="8479917" y="5731421"/>
                  </a:lnTo>
                  <a:lnTo>
                    <a:pt x="8679167" y="5959970"/>
                  </a:lnTo>
                  <a:lnTo>
                    <a:pt x="8554352" y="6151765"/>
                  </a:lnTo>
                  <a:lnTo>
                    <a:pt x="8217306" y="6669824"/>
                  </a:lnTo>
                  <a:lnTo>
                    <a:pt x="8181162" y="6808851"/>
                  </a:lnTo>
                  <a:lnTo>
                    <a:pt x="8708809" y="5993968"/>
                  </a:lnTo>
                  <a:lnTo>
                    <a:pt x="8836812" y="6140767"/>
                  </a:lnTo>
                  <a:lnTo>
                    <a:pt x="9095562" y="6448946"/>
                  </a:lnTo>
                  <a:lnTo>
                    <a:pt x="9388691" y="6813829"/>
                  </a:lnTo>
                  <a:lnTo>
                    <a:pt x="9630486" y="7125462"/>
                  </a:lnTo>
                  <a:lnTo>
                    <a:pt x="9925926" y="7520635"/>
                  </a:lnTo>
                  <a:lnTo>
                    <a:pt x="9435274" y="7798435"/>
                  </a:lnTo>
                  <a:lnTo>
                    <a:pt x="8993200" y="8057502"/>
                  </a:lnTo>
                  <a:lnTo>
                    <a:pt x="8519414" y="8345424"/>
                  </a:lnTo>
                  <a:lnTo>
                    <a:pt x="8090624" y="8614766"/>
                  </a:lnTo>
                  <a:lnTo>
                    <a:pt x="7565657" y="8957970"/>
                  </a:lnTo>
                  <a:lnTo>
                    <a:pt x="7240562" y="9178849"/>
                  </a:lnTo>
                  <a:lnTo>
                    <a:pt x="6815417" y="9477896"/>
                  </a:lnTo>
                  <a:lnTo>
                    <a:pt x="6523558" y="9690468"/>
                  </a:lnTo>
                  <a:lnTo>
                    <a:pt x="6236538" y="9905924"/>
                  </a:lnTo>
                  <a:lnTo>
                    <a:pt x="5944324" y="10132047"/>
                  </a:lnTo>
                  <a:lnTo>
                    <a:pt x="5749061" y="10287000"/>
                  </a:lnTo>
                  <a:lnTo>
                    <a:pt x="5836437" y="10287000"/>
                  </a:lnTo>
                  <a:lnTo>
                    <a:pt x="5893867" y="10241890"/>
                  </a:lnTo>
                  <a:lnTo>
                    <a:pt x="5864555" y="10287000"/>
                  </a:lnTo>
                  <a:lnTo>
                    <a:pt x="5928538" y="10287000"/>
                  </a:lnTo>
                  <a:lnTo>
                    <a:pt x="6023902" y="10139731"/>
                  </a:lnTo>
                  <a:lnTo>
                    <a:pt x="6139053" y="10049256"/>
                  </a:lnTo>
                  <a:lnTo>
                    <a:pt x="6451816" y="9811652"/>
                  </a:lnTo>
                  <a:lnTo>
                    <a:pt x="6778218" y="9571393"/>
                  </a:lnTo>
                  <a:lnTo>
                    <a:pt x="7034847" y="9388843"/>
                  </a:lnTo>
                  <a:lnTo>
                    <a:pt x="7368019" y="9708439"/>
                  </a:lnTo>
                  <a:lnTo>
                    <a:pt x="7215606" y="10287000"/>
                  </a:lnTo>
                  <a:lnTo>
                    <a:pt x="7271613" y="10287000"/>
                  </a:lnTo>
                  <a:lnTo>
                    <a:pt x="7412101" y="9750730"/>
                  </a:lnTo>
                  <a:lnTo>
                    <a:pt x="7486497" y="9822078"/>
                  </a:lnTo>
                  <a:lnTo>
                    <a:pt x="7949489" y="10287000"/>
                  </a:lnTo>
                  <a:lnTo>
                    <a:pt x="8014805" y="10287000"/>
                  </a:lnTo>
                  <a:lnTo>
                    <a:pt x="7561847" y="9834258"/>
                  </a:lnTo>
                  <a:lnTo>
                    <a:pt x="7186663" y="9473844"/>
                  </a:lnTo>
                  <a:lnTo>
                    <a:pt x="7069912" y="9363900"/>
                  </a:lnTo>
                  <a:lnTo>
                    <a:pt x="7155269" y="9303169"/>
                  </a:lnTo>
                  <a:lnTo>
                    <a:pt x="7501826" y="9064409"/>
                  </a:lnTo>
                  <a:lnTo>
                    <a:pt x="7545387" y="9035288"/>
                  </a:lnTo>
                  <a:lnTo>
                    <a:pt x="7381062" y="9659061"/>
                  </a:lnTo>
                  <a:lnTo>
                    <a:pt x="7425068" y="9701212"/>
                  </a:lnTo>
                  <a:lnTo>
                    <a:pt x="7611123" y="8991346"/>
                  </a:lnTo>
                  <a:lnTo>
                    <a:pt x="7864551" y="8821941"/>
                  </a:lnTo>
                  <a:lnTo>
                    <a:pt x="8245780" y="8575497"/>
                  </a:lnTo>
                  <a:lnTo>
                    <a:pt x="8675192" y="8306956"/>
                  </a:lnTo>
                  <a:lnTo>
                    <a:pt x="9083205" y="8059344"/>
                  </a:lnTo>
                  <a:lnTo>
                    <a:pt x="9559874" y="7780058"/>
                  </a:lnTo>
                  <a:lnTo>
                    <a:pt x="9953104" y="7556970"/>
                  </a:lnTo>
                  <a:lnTo>
                    <a:pt x="10012413" y="7636294"/>
                  </a:lnTo>
                  <a:lnTo>
                    <a:pt x="10302634" y="8036636"/>
                  </a:lnTo>
                  <a:lnTo>
                    <a:pt x="10544023" y="8378761"/>
                  </a:lnTo>
                  <a:lnTo>
                    <a:pt x="11135449" y="9243593"/>
                  </a:lnTo>
                  <a:lnTo>
                    <a:pt x="11827675" y="10287000"/>
                  </a:lnTo>
                  <a:lnTo>
                    <a:pt x="11892521" y="10287000"/>
                  </a:lnTo>
                  <a:lnTo>
                    <a:pt x="11152200" y="9176918"/>
                  </a:lnTo>
                  <a:lnTo>
                    <a:pt x="10681754" y="8492198"/>
                  </a:lnTo>
                  <a:lnTo>
                    <a:pt x="10583609" y="8351037"/>
                  </a:lnTo>
                  <a:lnTo>
                    <a:pt x="10271938" y="7913497"/>
                  </a:lnTo>
                  <a:lnTo>
                    <a:pt x="9935629" y="7456589"/>
                  </a:lnTo>
                  <a:lnTo>
                    <a:pt x="9665348" y="7098741"/>
                  </a:lnTo>
                  <a:lnTo>
                    <a:pt x="9422422" y="6787121"/>
                  </a:lnTo>
                  <a:lnTo>
                    <a:pt x="9127998" y="6422225"/>
                  </a:lnTo>
                  <a:lnTo>
                    <a:pt x="8793950" y="6027178"/>
                  </a:lnTo>
                  <a:lnTo>
                    <a:pt x="8444484" y="5634126"/>
                  </a:lnTo>
                  <a:lnTo>
                    <a:pt x="8206791" y="5378869"/>
                  </a:lnTo>
                  <a:lnTo>
                    <a:pt x="7861122" y="5023193"/>
                  </a:lnTo>
                  <a:lnTo>
                    <a:pt x="7494651" y="4669726"/>
                  </a:lnTo>
                  <a:lnTo>
                    <a:pt x="7150887" y="4358830"/>
                  </a:lnTo>
                  <a:lnTo>
                    <a:pt x="6826923" y="4084307"/>
                  </a:lnTo>
                  <a:lnTo>
                    <a:pt x="6753187" y="4024134"/>
                  </a:lnTo>
                  <a:lnTo>
                    <a:pt x="6409372" y="3753751"/>
                  </a:lnTo>
                  <a:lnTo>
                    <a:pt x="6166574" y="3574605"/>
                  </a:lnTo>
                  <a:lnTo>
                    <a:pt x="6122225" y="3542766"/>
                  </a:lnTo>
                  <a:lnTo>
                    <a:pt x="5900471" y="3387534"/>
                  </a:lnTo>
                  <a:lnTo>
                    <a:pt x="5605119" y="3191675"/>
                  </a:lnTo>
                  <a:lnTo>
                    <a:pt x="5431040" y="3080677"/>
                  </a:lnTo>
                  <a:lnTo>
                    <a:pt x="5212740" y="2946400"/>
                  </a:lnTo>
                  <a:lnTo>
                    <a:pt x="4993856" y="2816949"/>
                  </a:lnTo>
                  <a:lnTo>
                    <a:pt x="4813541" y="2713723"/>
                  </a:lnTo>
                  <a:lnTo>
                    <a:pt x="4590313" y="2590673"/>
                  </a:lnTo>
                  <a:lnTo>
                    <a:pt x="4336656" y="2456396"/>
                  </a:lnTo>
                  <a:lnTo>
                    <a:pt x="4090543" y="2331288"/>
                  </a:lnTo>
                  <a:lnTo>
                    <a:pt x="3817048" y="2197989"/>
                  </a:lnTo>
                  <a:lnTo>
                    <a:pt x="3543668" y="2070417"/>
                  </a:lnTo>
                  <a:lnTo>
                    <a:pt x="3269310" y="1947786"/>
                  </a:lnTo>
                  <a:lnTo>
                    <a:pt x="2950553" y="1811134"/>
                  </a:lnTo>
                  <a:lnTo>
                    <a:pt x="2621648" y="1676501"/>
                  </a:lnTo>
                  <a:lnTo>
                    <a:pt x="2280107" y="1543596"/>
                  </a:lnTo>
                  <a:lnTo>
                    <a:pt x="1894166" y="1400454"/>
                  </a:lnTo>
                  <a:lnTo>
                    <a:pt x="1463751" y="1248435"/>
                  </a:lnTo>
                  <a:lnTo>
                    <a:pt x="1060018" y="1112621"/>
                  </a:lnTo>
                  <a:lnTo>
                    <a:pt x="529336" y="943254"/>
                  </a:lnTo>
                  <a:lnTo>
                    <a:pt x="255739" y="859536"/>
                  </a:lnTo>
                  <a:lnTo>
                    <a:pt x="5949594" y="860526"/>
                  </a:lnTo>
                  <a:lnTo>
                    <a:pt x="10117480" y="800735"/>
                  </a:lnTo>
                  <a:lnTo>
                    <a:pt x="15111210" y="665010"/>
                  </a:lnTo>
                  <a:lnTo>
                    <a:pt x="18287708" y="539915"/>
                  </a:lnTo>
                  <a:lnTo>
                    <a:pt x="18288000" y="485203"/>
                  </a:lnTo>
                  <a:close/>
                </a:path>
              </a:pathLst>
            </a:custGeom>
            <a:solidFill>
              <a:srgbClr val="00408C">
                <a:alpha val="3568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7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3773085" cy="5107986"/>
            </a:xfrm>
            <a:prstGeom prst="rect">
              <a:avLst/>
            </a:prstGeom>
          </p:spPr>
        </p:pic>
        <p:pic>
          <p:nvPicPr>
            <p:cNvPr id="108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332806" y="0"/>
              <a:ext cx="1955194" cy="4486296"/>
            </a:xfrm>
            <a:prstGeom prst="rect">
              <a:avLst/>
            </a:prstGeom>
          </p:spPr>
        </p:pic>
        <p:sp>
          <p:nvSpPr>
            <p:cNvPr id="109" name="object 16"/>
            <p:cNvSpPr/>
            <p:nvPr/>
          </p:nvSpPr>
          <p:spPr>
            <a:xfrm>
              <a:off x="16298685" y="0"/>
              <a:ext cx="1989455" cy="4519295"/>
            </a:xfrm>
            <a:custGeom>
              <a:avLst/>
              <a:gdLst/>
              <a:ahLst/>
              <a:cxnLst/>
              <a:rect l="l" t="t" r="r" b="b"/>
              <a:pathLst>
                <a:path w="1989455" h="4519295">
                  <a:moveTo>
                    <a:pt x="1989302" y="4450766"/>
                  </a:moveTo>
                  <a:lnTo>
                    <a:pt x="68414" y="4450766"/>
                  </a:lnTo>
                  <a:lnTo>
                    <a:pt x="68414" y="0"/>
                  </a:lnTo>
                  <a:lnTo>
                    <a:pt x="0" y="0"/>
                  </a:lnTo>
                  <a:lnTo>
                    <a:pt x="0" y="4450766"/>
                  </a:lnTo>
                  <a:lnTo>
                    <a:pt x="0" y="4519269"/>
                  </a:lnTo>
                  <a:lnTo>
                    <a:pt x="1989302" y="4519269"/>
                  </a:lnTo>
                  <a:lnTo>
                    <a:pt x="1989302" y="44507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0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351856" y="9912024"/>
              <a:ext cx="1936143" cy="374975"/>
            </a:xfrm>
            <a:prstGeom prst="rect">
              <a:avLst/>
            </a:prstGeom>
          </p:spPr>
        </p:pic>
        <p:sp>
          <p:nvSpPr>
            <p:cNvPr id="111" name="object 18"/>
            <p:cNvSpPr/>
            <p:nvPr/>
          </p:nvSpPr>
          <p:spPr>
            <a:xfrm>
              <a:off x="16317735" y="9877881"/>
              <a:ext cx="1970405" cy="408940"/>
            </a:xfrm>
            <a:custGeom>
              <a:avLst/>
              <a:gdLst/>
              <a:ahLst/>
              <a:cxnLst/>
              <a:rect l="l" t="t" r="r" b="b"/>
              <a:pathLst>
                <a:path w="1970405" h="408940">
                  <a:moveTo>
                    <a:pt x="1970265" y="0"/>
                  </a:moveTo>
                  <a:lnTo>
                    <a:pt x="0" y="0"/>
                  </a:lnTo>
                  <a:lnTo>
                    <a:pt x="0" y="68516"/>
                  </a:lnTo>
                  <a:lnTo>
                    <a:pt x="0" y="408533"/>
                  </a:lnTo>
                  <a:lnTo>
                    <a:pt x="68414" y="408533"/>
                  </a:lnTo>
                  <a:lnTo>
                    <a:pt x="68414" y="68516"/>
                  </a:lnTo>
                  <a:lnTo>
                    <a:pt x="1970265" y="68516"/>
                  </a:lnTo>
                  <a:lnTo>
                    <a:pt x="19702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2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259048" y="1715458"/>
              <a:ext cx="3872288" cy="5178076"/>
            </a:xfrm>
            <a:prstGeom prst="rect">
              <a:avLst/>
            </a:prstGeom>
          </p:spPr>
        </p:pic>
        <p:sp>
          <p:nvSpPr>
            <p:cNvPr id="113" name="object 20"/>
            <p:cNvSpPr/>
            <p:nvPr/>
          </p:nvSpPr>
          <p:spPr>
            <a:xfrm>
              <a:off x="12224931" y="1681314"/>
              <a:ext cx="3947795" cy="5245100"/>
            </a:xfrm>
            <a:custGeom>
              <a:avLst/>
              <a:gdLst/>
              <a:ahLst/>
              <a:cxnLst/>
              <a:rect l="l" t="t" r="r" b="b"/>
              <a:pathLst>
                <a:path w="3947794" h="5245100">
                  <a:moveTo>
                    <a:pt x="3947337" y="0"/>
                  </a:moveTo>
                  <a:lnTo>
                    <a:pt x="3878935" y="0"/>
                  </a:lnTo>
                  <a:lnTo>
                    <a:pt x="3878935" y="68516"/>
                  </a:lnTo>
                  <a:lnTo>
                    <a:pt x="3878935" y="5176482"/>
                  </a:lnTo>
                  <a:lnTo>
                    <a:pt x="68402" y="5176482"/>
                  </a:lnTo>
                  <a:lnTo>
                    <a:pt x="68402" y="68516"/>
                  </a:lnTo>
                  <a:lnTo>
                    <a:pt x="3878935" y="68516"/>
                  </a:lnTo>
                  <a:lnTo>
                    <a:pt x="3878935" y="0"/>
                  </a:lnTo>
                  <a:lnTo>
                    <a:pt x="0" y="0"/>
                  </a:lnTo>
                  <a:lnTo>
                    <a:pt x="0" y="68516"/>
                  </a:lnTo>
                  <a:lnTo>
                    <a:pt x="0" y="5176482"/>
                  </a:lnTo>
                  <a:lnTo>
                    <a:pt x="0" y="5244998"/>
                  </a:lnTo>
                  <a:lnTo>
                    <a:pt x="3947337" y="5244998"/>
                  </a:lnTo>
                  <a:lnTo>
                    <a:pt x="3947337" y="5176736"/>
                  </a:lnTo>
                  <a:lnTo>
                    <a:pt x="3947337" y="5176482"/>
                  </a:lnTo>
                  <a:lnTo>
                    <a:pt x="3947337" y="68516"/>
                  </a:lnTo>
                  <a:lnTo>
                    <a:pt x="3947337" y="68275"/>
                  </a:lnTo>
                  <a:lnTo>
                    <a:pt x="39473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4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21320" y="1826629"/>
              <a:ext cx="3872288" cy="5178076"/>
            </a:xfrm>
            <a:prstGeom prst="rect">
              <a:avLst/>
            </a:prstGeom>
          </p:spPr>
        </p:pic>
        <p:sp>
          <p:nvSpPr>
            <p:cNvPr id="115" name="object 22"/>
            <p:cNvSpPr/>
            <p:nvPr/>
          </p:nvSpPr>
          <p:spPr>
            <a:xfrm>
              <a:off x="5953112" y="1792490"/>
              <a:ext cx="1981835" cy="5177155"/>
            </a:xfrm>
            <a:custGeom>
              <a:avLst/>
              <a:gdLst/>
              <a:ahLst/>
              <a:cxnLst/>
              <a:rect l="l" t="t" r="r" b="b"/>
              <a:pathLst>
                <a:path w="1981834" h="5177155">
                  <a:moveTo>
                    <a:pt x="1981428" y="0"/>
                  </a:moveTo>
                  <a:lnTo>
                    <a:pt x="0" y="0"/>
                  </a:lnTo>
                  <a:lnTo>
                    <a:pt x="0" y="68516"/>
                  </a:lnTo>
                  <a:lnTo>
                    <a:pt x="1913026" y="68516"/>
                  </a:lnTo>
                  <a:lnTo>
                    <a:pt x="1913026" y="5176723"/>
                  </a:lnTo>
                  <a:lnTo>
                    <a:pt x="1981428" y="5176723"/>
                  </a:lnTo>
                  <a:lnTo>
                    <a:pt x="1981428" y="68516"/>
                  </a:lnTo>
                  <a:lnTo>
                    <a:pt x="1981428" y="68275"/>
                  </a:lnTo>
                  <a:lnTo>
                    <a:pt x="19814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6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021320" y="0"/>
              <a:ext cx="3872288" cy="1628115"/>
            </a:xfrm>
            <a:prstGeom prst="rect">
              <a:avLst/>
            </a:prstGeom>
          </p:spPr>
        </p:pic>
        <p:sp>
          <p:nvSpPr>
            <p:cNvPr id="117" name="object 24"/>
            <p:cNvSpPr/>
            <p:nvPr/>
          </p:nvSpPr>
          <p:spPr>
            <a:xfrm>
              <a:off x="5953112" y="0"/>
              <a:ext cx="1981835" cy="1661160"/>
            </a:xfrm>
            <a:custGeom>
              <a:avLst/>
              <a:gdLst/>
              <a:ahLst/>
              <a:cxnLst/>
              <a:rect l="l" t="t" r="r" b="b"/>
              <a:pathLst>
                <a:path w="1981834" h="1661160">
                  <a:moveTo>
                    <a:pt x="1981428" y="0"/>
                  </a:moveTo>
                  <a:lnTo>
                    <a:pt x="1913026" y="0"/>
                  </a:lnTo>
                  <a:lnTo>
                    <a:pt x="1913026" y="1592376"/>
                  </a:lnTo>
                  <a:lnTo>
                    <a:pt x="0" y="1592376"/>
                  </a:lnTo>
                  <a:lnTo>
                    <a:pt x="0" y="1660893"/>
                  </a:lnTo>
                  <a:lnTo>
                    <a:pt x="1981428" y="1660893"/>
                  </a:lnTo>
                  <a:lnTo>
                    <a:pt x="1981428" y="1592630"/>
                  </a:lnTo>
                  <a:lnTo>
                    <a:pt x="1981428" y="1592376"/>
                  </a:lnTo>
                  <a:lnTo>
                    <a:pt x="19814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8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0" y="5291946"/>
              <a:ext cx="3773085" cy="4995052"/>
            </a:xfrm>
            <a:prstGeom prst="rect">
              <a:avLst/>
            </a:prstGeom>
          </p:spPr>
        </p:pic>
        <p:pic>
          <p:nvPicPr>
            <p:cNvPr id="119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259048" y="7057078"/>
              <a:ext cx="3872288" cy="3229920"/>
            </a:xfrm>
            <a:prstGeom prst="rect">
              <a:avLst/>
            </a:prstGeom>
          </p:spPr>
        </p:pic>
        <p:sp>
          <p:nvSpPr>
            <p:cNvPr id="120" name="object 27"/>
            <p:cNvSpPr/>
            <p:nvPr/>
          </p:nvSpPr>
          <p:spPr>
            <a:xfrm>
              <a:off x="12224931" y="7022934"/>
              <a:ext cx="3947795" cy="3264535"/>
            </a:xfrm>
            <a:custGeom>
              <a:avLst/>
              <a:gdLst/>
              <a:ahLst/>
              <a:cxnLst/>
              <a:rect l="l" t="t" r="r" b="b"/>
              <a:pathLst>
                <a:path w="3947794" h="3264534">
                  <a:moveTo>
                    <a:pt x="3947337" y="0"/>
                  </a:moveTo>
                  <a:lnTo>
                    <a:pt x="0" y="0"/>
                  </a:lnTo>
                  <a:lnTo>
                    <a:pt x="0" y="68516"/>
                  </a:lnTo>
                  <a:lnTo>
                    <a:pt x="0" y="3264484"/>
                  </a:lnTo>
                  <a:lnTo>
                    <a:pt x="68402" y="3264484"/>
                  </a:lnTo>
                  <a:lnTo>
                    <a:pt x="68402" y="68516"/>
                  </a:lnTo>
                  <a:lnTo>
                    <a:pt x="3878935" y="68516"/>
                  </a:lnTo>
                  <a:lnTo>
                    <a:pt x="3878935" y="3264065"/>
                  </a:lnTo>
                  <a:lnTo>
                    <a:pt x="3947337" y="3264065"/>
                  </a:lnTo>
                  <a:lnTo>
                    <a:pt x="3947337" y="68516"/>
                  </a:lnTo>
                  <a:lnTo>
                    <a:pt x="3947337" y="68275"/>
                  </a:lnTo>
                  <a:lnTo>
                    <a:pt x="39473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1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332806" y="4646604"/>
              <a:ext cx="1955194" cy="5178075"/>
            </a:xfrm>
            <a:prstGeom prst="rect">
              <a:avLst/>
            </a:prstGeom>
          </p:spPr>
        </p:pic>
        <p:sp>
          <p:nvSpPr>
            <p:cNvPr id="122" name="object 29"/>
            <p:cNvSpPr/>
            <p:nvPr/>
          </p:nvSpPr>
          <p:spPr>
            <a:xfrm>
              <a:off x="16298685" y="4612461"/>
              <a:ext cx="1989455" cy="5245100"/>
            </a:xfrm>
            <a:custGeom>
              <a:avLst/>
              <a:gdLst/>
              <a:ahLst/>
              <a:cxnLst/>
              <a:rect l="l" t="t" r="r" b="b"/>
              <a:pathLst>
                <a:path w="1989455" h="5245100">
                  <a:moveTo>
                    <a:pt x="1989302" y="0"/>
                  </a:moveTo>
                  <a:lnTo>
                    <a:pt x="0" y="0"/>
                  </a:lnTo>
                  <a:lnTo>
                    <a:pt x="0" y="68516"/>
                  </a:lnTo>
                  <a:lnTo>
                    <a:pt x="0" y="5176482"/>
                  </a:lnTo>
                  <a:lnTo>
                    <a:pt x="0" y="5244998"/>
                  </a:lnTo>
                  <a:lnTo>
                    <a:pt x="1989302" y="5244998"/>
                  </a:lnTo>
                  <a:lnTo>
                    <a:pt x="1989302" y="5176482"/>
                  </a:lnTo>
                  <a:lnTo>
                    <a:pt x="68414" y="5176482"/>
                  </a:lnTo>
                  <a:lnTo>
                    <a:pt x="68414" y="68516"/>
                  </a:lnTo>
                  <a:lnTo>
                    <a:pt x="1989302" y="68516"/>
                  </a:lnTo>
                  <a:lnTo>
                    <a:pt x="19893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3" name="object 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154613" y="0"/>
              <a:ext cx="3872288" cy="4718559"/>
            </a:xfrm>
            <a:prstGeom prst="rect">
              <a:avLst/>
            </a:prstGeom>
          </p:spPr>
        </p:pic>
        <p:sp>
          <p:nvSpPr>
            <p:cNvPr id="124" name="object 31"/>
            <p:cNvSpPr/>
            <p:nvPr/>
          </p:nvSpPr>
          <p:spPr>
            <a:xfrm>
              <a:off x="8120495" y="0"/>
              <a:ext cx="3947795" cy="4751705"/>
            </a:xfrm>
            <a:custGeom>
              <a:avLst/>
              <a:gdLst/>
              <a:ahLst/>
              <a:cxnLst/>
              <a:rect l="l" t="t" r="r" b="b"/>
              <a:pathLst>
                <a:path w="3947795" h="4751705">
                  <a:moveTo>
                    <a:pt x="3947350" y="114"/>
                  </a:moveTo>
                  <a:lnTo>
                    <a:pt x="3878935" y="114"/>
                  </a:lnTo>
                  <a:lnTo>
                    <a:pt x="3878935" y="4682934"/>
                  </a:lnTo>
                  <a:lnTo>
                    <a:pt x="68414" y="4682934"/>
                  </a:lnTo>
                  <a:lnTo>
                    <a:pt x="68414" y="0"/>
                  </a:lnTo>
                  <a:lnTo>
                    <a:pt x="0" y="0"/>
                  </a:lnTo>
                  <a:lnTo>
                    <a:pt x="0" y="4682934"/>
                  </a:lnTo>
                  <a:lnTo>
                    <a:pt x="0" y="4751451"/>
                  </a:lnTo>
                  <a:lnTo>
                    <a:pt x="3947350" y="4751451"/>
                  </a:lnTo>
                  <a:lnTo>
                    <a:pt x="3947350" y="4683188"/>
                  </a:lnTo>
                  <a:lnTo>
                    <a:pt x="3947350" y="4682934"/>
                  </a:lnTo>
                  <a:lnTo>
                    <a:pt x="3947350" y="1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5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259048" y="0"/>
              <a:ext cx="3872288" cy="1590014"/>
            </a:xfrm>
            <a:prstGeom prst="rect">
              <a:avLst/>
            </a:prstGeom>
          </p:spPr>
        </p:pic>
        <p:sp>
          <p:nvSpPr>
            <p:cNvPr id="126" name="object 33"/>
            <p:cNvSpPr/>
            <p:nvPr/>
          </p:nvSpPr>
          <p:spPr>
            <a:xfrm>
              <a:off x="12224931" y="11"/>
              <a:ext cx="3947795" cy="1623060"/>
            </a:xfrm>
            <a:custGeom>
              <a:avLst/>
              <a:gdLst/>
              <a:ahLst/>
              <a:cxnLst/>
              <a:rect l="l" t="t" r="r" b="b"/>
              <a:pathLst>
                <a:path w="3947794" h="1623060">
                  <a:moveTo>
                    <a:pt x="3947337" y="0"/>
                  </a:moveTo>
                  <a:lnTo>
                    <a:pt x="3878935" y="0"/>
                  </a:lnTo>
                  <a:lnTo>
                    <a:pt x="3878935" y="1554264"/>
                  </a:lnTo>
                  <a:lnTo>
                    <a:pt x="68402" y="1554264"/>
                  </a:lnTo>
                  <a:lnTo>
                    <a:pt x="68402" y="50"/>
                  </a:lnTo>
                  <a:lnTo>
                    <a:pt x="0" y="50"/>
                  </a:lnTo>
                  <a:lnTo>
                    <a:pt x="0" y="1554264"/>
                  </a:lnTo>
                  <a:lnTo>
                    <a:pt x="0" y="1622780"/>
                  </a:lnTo>
                  <a:lnTo>
                    <a:pt x="3947337" y="1622780"/>
                  </a:lnTo>
                  <a:lnTo>
                    <a:pt x="3947337" y="1554518"/>
                  </a:lnTo>
                  <a:lnTo>
                    <a:pt x="3947337" y="1554264"/>
                  </a:lnTo>
                  <a:lnTo>
                    <a:pt x="39473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7" name="object 3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154613" y="4950952"/>
              <a:ext cx="3872288" cy="5178075"/>
            </a:xfrm>
            <a:prstGeom prst="rect">
              <a:avLst/>
            </a:prstGeom>
          </p:spPr>
        </p:pic>
        <p:sp>
          <p:nvSpPr>
            <p:cNvPr id="128" name="object 35"/>
            <p:cNvSpPr/>
            <p:nvPr/>
          </p:nvSpPr>
          <p:spPr>
            <a:xfrm>
              <a:off x="8120495" y="4916817"/>
              <a:ext cx="3947795" cy="5245100"/>
            </a:xfrm>
            <a:custGeom>
              <a:avLst/>
              <a:gdLst/>
              <a:ahLst/>
              <a:cxnLst/>
              <a:rect l="l" t="t" r="r" b="b"/>
              <a:pathLst>
                <a:path w="3947795" h="5245100">
                  <a:moveTo>
                    <a:pt x="3947350" y="0"/>
                  </a:moveTo>
                  <a:lnTo>
                    <a:pt x="3878935" y="0"/>
                  </a:lnTo>
                  <a:lnTo>
                    <a:pt x="3878935" y="68503"/>
                  </a:lnTo>
                  <a:lnTo>
                    <a:pt x="3878935" y="5176469"/>
                  </a:lnTo>
                  <a:lnTo>
                    <a:pt x="68414" y="5176469"/>
                  </a:lnTo>
                  <a:lnTo>
                    <a:pt x="68414" y="68503"/>
                  </a:lnTo>
                  <a:lnTo>
                    <a:pt x="3878935" y="68503"/>
                  </a:lnTo>
                  <a:lnTo>
                    <a:pt x="3878935" y="0"/>
                  </a:lnTo>
                  <a:lnTo>
                    <a:pt x="0" y="0"/>
                  </a:lnTo>
                  <a:lnTo>
                    <a:pt x="0" y="68503"/>
                  </a:lnTo>
                  <a:lnTo>
                    <a:pt x="0" y="5176469"/>
                  </a:lnTo>
                  <a:lnTo>
                    <a:pt x="0" y="5244985"/>
                  </a:lnTo>
                  <a:lnTo>
                    <a:pt x="3947350" y="5244985"/>
                  </a:lnTo>
                  <a:lnTo>
                    <a:pt x="3947350" y="5176723"/>
                  </a:lnTo>
                  <a:lnTo>
                    <a:pt x="3947350" y="5176469"/>
                  </a:lnTo>
                  <a:lnTo>
                    <a:pt x="3947350" y="68503"/>
                  </a:lnTo>
                  <a:lnTo>
                    <a:pt x="3947350" y="68275"/>
                  </a:lnTo>
                  <a:lnTo>
                    <a:pt x="39473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9" name="object 3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021320" y="7279314"/>
              <a:ext cx="3872288" cy="3007685"/>
            </a:xfrm>
            <a:prstGeom prst="rect">
              <a:avLst/>
            </a:prstGeom>
          </p:spPr>
        </p:pic>
        <p:sp>
          <p:nvSpPr>
            <p:cNvPr id="130" name="object 37"/>
            <p:cNvSpPr/>
            <p:nvPr/>
          </p:nvSpPr>
          <p:spPr>
            <a:xfrm>
              <a:off x="7866140" y="7313443"/>
              <a:ext cx="68580" cy="2973705"/>
            </a:xfrm>
            <a:custGeom>
              <a:avLst/>
              <a:gdLst/>
              <a:ahLst/>
              <a:cxnLst/>
              <a:rect l="l" t="t" r="r" b="b"/>
              <a:pathLst>
                <a:path w="68579" h="2973704">
                  <a:moveTo>
                    <a:pt x="68411" y="2973556"/>
                  </a:moveTo>
                  <a:lnTo>
                    <a:pt x="0" y="2973556"/>
                  </a:lnTo>
                  <a:lnTo>
                    <a:pt x="0" y="0"/>
                  </a:lnTo>
                  <a:lnTo>
                    <a:pt x="68411" y="0"/>
                  </a:lnTo>
                  <a:lnTo>
                    <a:pt x="68411" y="297355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38"/>
            <p:cNvSpPr/>
            <p:nvPr/>
          </p:nvSpPr>
          <p:spPr>
            <a:xfrm>
              <a:off x="5555386" y="11441"/>
              <a:ext cx="398145" cy="10277475"/>
            </a:xfrm>
            <a:custGeom>
              <a:avLst/>
              <a:gdLst/>
              <a:ahLst/>
              <a:cxnLst/>
              <a:rect l="l" t="t" r="r" b="b"/>
              <a:pathLst>
                <a:path w="398145" h="10277475">
                  <a:moveTo>
                    <a:pt x="397725" y="8009407"/>
                  </a:moveTo>
                  <a:lnTo>
                    <a:pt x="0" y="8009407"/>
                  </a:lnTo>
                  <a:lnTo>
                    <a:pt x="0" y="10277462"/>
                  </a:lnTo>
                  <a:lnTo>
                    <a:pt x="397725" y="10277462"/>
                  </a:lnTo>
                  <a:lnTo>
                    <a:pt x="397725" y="8009407"/>
                  </a:lnTo>
                  <a:close/>
                </a:path>
                <a:path w="398145" h="10277475">
                  <a:moveTo>
                    <a:pt x="397725" y="0"/>
                  </a:moveTo>
                  <a:lnTo>
                    <a:pt x="0" y="0"/>
                  </a:lnTo>
                  <a:lnTo>
                    <a:pt x="0" y="2256358"/>
                  </a:lnTo>
                  <a:lnTo>
                    <a:pt x="397725" y="2256358"/>
                  </a:lnTo>
                  <a:lnTo>
                    <a:pt x="397725" y="0"/>
                  </a:lnTo>
                  <a:close/>
                </a:path>
              </a:pathLst>
            </a:custGeom>
            <a:solidFill>
              <a:srgbClr val="F6941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39"/>
            <p:cNvSpPr/>
            <p:nvPr/>
          </p:nvSpPr>
          <p:spPr>
            <a:xfrm>
              <a:off x="0" y="11435"/>
              <a:ext cx="5555615" cy="10275570"/>
            </a:xfrm>
            <a:custGeom>
              <a:avLst/>
              <a:gdLst/>
              <a:ahLst/>
              <a:cxnLst/>
              <a:rect l="l" t="t" r="r" b="b"/>
              <a:pathLst>
                <a:path w="5555615" h="10275570">
                  <a:moveTo>
                    <a:pt x="0" y="10275564"/>
                  </a:moveTo>
                  <a:lnTo>
                    <a:pt x="0" y="0"/>
                  </a:lnTo>
                  <a:lnTo>
                    <a:pt x="5555389" y="0"/>
                  </a:lnTo>
                  <a:lnTo>
                    <a:pt x="5555389" y="10275564"/>
                  </a:lnTo>
                  <a:lnTo>
                    <a:pt x="0" y="10275564"/>
                  </a:lnTo>
                  <a:close/>
                </a:path>
              </a:pathLst>
            </a:custGeom>
            <a:solidFill>
              <a:srgbClr val="00408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40"/>
            <p:cNvSpPr/>
            <p:nvPr/>
          </p:nvSpPr>
          <p:spPr>
            <a:xfrm>
              <a:off x="1028700" y="2267787"/>
              <a:ext cx="9058275" cy="5753100"/>
            </a:xfrm>
            <a:custGeom>
              <a:avLst/>
              <a:gdLst/>
              <a:ahLst/>
              <a:cxnLst/>
              <a:rect l="l" t="t" r="r" b="b"/>
              <a:pathLst>
                <a:path w="9058275" h="5753100">
                  <a:moveTo>
                    <a:pt x="9058274" y="5753060"/>
                  </a:moveTo>
                  <a:lnTo>
                    <a:pt x="0" y="5753060"/>
                  </a:lnTo>
                  <a:lnTo>
                    <a:pt x="0" y="0"/>
                  </a:lnTo>
                  <a:lnTo>
                    <a:pt x="9058274" y="0"/>
                  </a:lnTo>
                  <a:lnTo>
                    <a:pt x="9058274" y="57530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4" name="object 4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05733" y="7960222"/>
              <a:ext cx="3743324" cy="2143124"/>
            </a:xfrm>
            <a:prstGeom prst="rect">
              <a:avLst/>
            </a:prstGeom>
          </p:spPr>
        </p:pic>
      </p:grpSp>
      <p:sp>
        <p:nvSpPr>
          <p:cNvPr id="135" name="object 42"/>
          <p:cNvSpPr txBox="1"/>
          <p:nvPr userDrawn="1"/>
        </p:nvSpPr>
        <p:spPr>
          <a:xfrm>
            <a:off x="1653540" y="1629410"/>
            <a:ext cx="4443095" cy="2774315"/>
          </a:xfrm>
          <a:prstGeom prst="rect">
            <a:avLst/>
          </a:prstGeom>
        </p:spPr>
        <p:txBody>
          <a:bodyPr vert="horz" wrap="square" lIns="0" tIns="183515" rIns="0" bIns="0" rtlCol="0">
            <a:noAutofit/>
          </a:bodyPr>
          <a:lstStyle/>
          <a:p>
            <a:pPr marL="12700" marR="5080">
              <a:lnSpc>
                <a:spcPct val="100000"/>
              </a:lnSpc>
              <a:spcBef>
                <a:spcPts val="1445"/>
              </a:spcBef>
              <a:tabLst>
                <a:tab pos="2690495" algn="l"/>
              </a:tabLst>
            </a:pPr>
            <a:endParaRPr lang="en-US" altLang="pt-BR" sz="2600" b="1" spc="-20" dirty="0">
              <a:solidFill>
                <a:srgbClr val="00408C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36" name="object 43"/>
          <p:cNvSpPr/>
          <p:nvPr userDrawn="1"/>
        </p:nvSpPr>
        <p:spPr>
          <a:xfrm rot="300000">
            <a:off x="1057910" y="1944370"/>
            <a:ext cx="252095" cy="2927350"/>
          </a:xfrm>
          <a:custGeom>
            <a:avLst/>
            <a:gdLst/>
            <a:ahLst/>
            <a:cxnLst/>
            <a:rect l="l" t="t" r="r" b="b"/>
            <a:pathLst>
              <a:path w="24130" h="2696210">
                <a:moveTo>
                  <a:pt x="23824" y="2695604"/>
                </a:moveTo>
                <a:lnTo>
                  <a:pt x="0" y="0"/>
                </a:lnTo>
              </a:path>
            </a:pathLst>
          </a:custGeom>
          <a:ln w="47648">
            <a:solidFill>
              <a:srgbClr val="F694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7" name="bk object 17"/>
          <p:cNvSpPr/>
          <p:nvPr userDrawn="1"/>
        </p:nvSpPr>
        <p:spPr>
          <a:xfrm>
            <a:off x="4641215" y="4592320"/>
            <a:ext cx="1773555" cy="60388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8" name="Retângulo 137"/>
          <p:cNvSpPr/>
          <p:nvPr userDrawn="1"/>
        </p:nvSpPr>
        <p:spPr>
          <a:xfrm>
            <a:off x="268605" y="5567680"/>
            <a:ext cx="2832735" cy="1038225"/>
          </a:xfrm>
          <a:prstGeom prst="rect">
            <a:avLst/>
          </a:prstGeom>
          <a:solidFill>
            <a:srgbClr val="00408C"/>
          </a:solidFill>
          <a:ln>
            <a:solidFill>
              <a:srgbClr val="0040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 userDrawn="1"/>
        </p:nvSpPr>
        <p:spPr>
          <a:xfrm>
            <a:off x="-4173220" y="-2977515"/>
            <a:ext cx="1462405" cy="789940"/>
          </a:xfrm>
          <a:custGeom>
            <a:avLst/>
            <a:gdLst/>
            <a:ahLst/>
            <a:cxnLst/>
            <a:rect l="l" t="t" r="r" b="b"/>
            <a:pathLst>
              <a:path w="2193925" h="1241425">
                <a:moveTo>
                  <a:pt x="324396" y="154686"/>
                </a:moveTo>
                <a:lnTo>
                  <a:pt x="50215" y="0"/>
                </a:lnTo>
                <a:lnTo>
                  <a:pt x="0" y="0"/>
                </a:lnTo>
                <a:lnTo>
                  <a:pt x="323253" y="183832"/>
                </a:lnTo>
                <a:lnTo>
                  <a:pt x="324396" y="154686"/>
                </a:lnTo>
                <a:close/>
              </a:path>
              <a:path w="2193925" h="1241425">
                <a:moveTo>
                  <a:pt x="1924304" y="1057084"/>
                </a:moveTo>
                <a:lnTo>
                  <a:pt x="347256" y="167538"/>
                </a:lnTo>
                <a:lnTo>
                  <a:pt x="346113" y="196824"/>
                </a:lnTo>
                <a:lnTo>
                  <a:pt x="1859305" y="1057224"/>
                </a:lnTo>
                <a:lnTo>
                  <a:pt x="1924304" y="1057084"/>
                </a:lnTo>
                <a:close/>
              </a:path>
              <a:path w="2193925" h="1241425">
                <a:moveTo>
                  <a:pt x="2193633" y="1209103"/>
                </a:moveTo>
                <a:lnTo>
                  <a:pt x="1958886" y="1076515"/>
                </a:lnTo>
                <a:lnTo>
                  <a:pt x="1893163" y="1076515"/>
                </a:lnTo>
                <a:lnTo>
                  <a:pt x="2182914" y="1241247"/>
                </a:lnTo>
                <a:lnTo>
                  <a:pt x="2193633" y="1209103"/>
                </a:lnTo>
                <a:close/>
              </a:path>
            </a:pathLst>
          </a:custGeom>
          <a:solidFill>
            <a:srgbClr val="00408C">
              <a:alpha val="783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3"/>
          <p:cNvGrpSpPr/>
          <p:nvPr userDrawn="1"/>
        </p:nvGrpSpPr>
        <p:grpSpPr>
          <a:xfrm>
            <a:off x="0" y="310515"/>
            <a:ext cx="12191365" cy="6547485"/>
            <a:chOff x="0" y="0"/>
            <a:chExt cx="18288000" cy="10287000"/>
          </a:xfrm>
        </p:grpSpPr>
        <p:sp>
          <p:nvSpPr>
            <p:cNvPr id="9" name="object 4"/>
            <p:cNvSpPr/>
            <p:nvPr/>
          </p:nvSpPr>
          <p:spPr>
            <a:xfrm>
              <a:off x="3589305" y="8026669"/>
              <a:ext cx="398780" cy="139700"/>
            </a:xfrm>
            <a:custGeom>
              <a:avLst/>
              <a:gdLst/>
              <a:ahLst/>
              <a:cxnLst/>
              <a:rect l="l" t="t" r="r" b="b"/>
              <a:pathLst>
                <a:path w="398779" h="139700">
                  <a:moveTo>
                    <a:pt x="1857" y="139589"/>
                  </a:moveTo>
                  <a:lnTo>
                    <a:pt x="0" y="134445"/>
                  </a:lnTo>
                  <a:lnTo>
                    <a:pt x="383333" y="0"/>
                  </a:lnTo>
                  <a:lnTo>
                    <a:pt x="398764" y="8858"/>
                  </a:lnTo>
                  <a:lnTo>
                    <a:pt x="1857" y="139589"/>
                  </a:lnTo>
                  <a:close/>
                </a:path>
              </a:pathLst>
            </a:custGeom>
            <a:solidFill>
              <a:srgbClr val="00408C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86998"/>
            </a:xfrm>
            <a:prstGeom prst="rect">
              <a:avLst/>
            </a:prstGeom>
          </p:spPr>
        </p:pic>
        <p:sp>
          <p:nvSpPr>
            <p:cNvPr id="11" name="object 6"/>
            <p:cNvSpPr/>
            <p:nvPr/>
          </p:nvSpPr>
          <p:spPr>
            <a:xfrm>
              <a:off x="4419" y="11"/>
              <a:ext cx="18284190" cy="10287000"/>
            </a:xfrm>
            <a:custGeom>
              <a:avLst/>
              <a:gdLst/>
              <a:ahLst/>
              <a:cxnLst/>
              <a:rect l="l" t="t" r="r" b="b"/>
              <a:pathLst>
                <a:path w="18284190" h="10287000">
                  <a:moveTo>
                    <a:pt x="753529" y="7748918"/>
                  </a:moveTo>
                  <a:lnTo>
                    <a:pt x="715810" y="7753769"/>
                  </a:lnTo>
                  <a:lnTo>
                    <a:pt x="230174" y="7871358"/>
                  </a:lnTo>
                  <a:lnTo>
                    <a:pt x="8140" y="7925079"/>
                  </a:lnTo>
                  <a:lnTo>
                    <a:pt x="15151" y="7932229"/>
                  </a:lnTo>
                  <a:lnTo>
                    <a:pt x="749668" y="7756626"/>
                  </a:lnTo>
                  <a:lnTo>
                    <a:pt x="753529" y="7748918"/>
                  </a:lnTo>
                  <a:close/>
                </a:path>
                <a:path w="18284190" h="10287000">
                  <a:moveTo>
                    <a:pt x="952982" y="4979428"/>
                  </a:moveTo>
                  <a:lnTo>
                    <a:pt x="892111" y="5002568"/>
                  </a:lnTo>
                  <a:lnTo>
                    <a:pt x="637679" y="5190604"/>
                  </a:lnTo>
                  <a:lnTo>
                    <a:pt x="396062" y="5374627"/>
                  </a:lnTo>
                  <a:lnTo>
                    <a:pt x="167640" y="5554180"/>
                  </a:lnTo>
                  <a:lnTo>
                    <a:pt x="0" y="5690374"/>
                  </a:lnTo>
                  <a:lnTo>
                    <a:pt x="12001" y="5697372"/>
                  </a:lnTo>
                  <a:lnTo>
                    <a:pt x="176441" y="5564657"/>
                  </a:lnTo>
                  <a:lnTo>
                    <a:pt x="407289" y="5384495"/>
                  </a:lnTo>
                  <a:lnTo>
                    <a:pt x="651548" y="5199862"/>
                  </a:lnTo>
                  <a:lnTo>
                    <a:pt x="908850" y="5011229"/>
                  </a:lnTo>
                  <a:lnTo>
                    <a:pt x="952982" y="4979428"/>
                  </a:lnTo>
                  <a:close/>
                </a:path>
                <a:path w="18284190" h="10287000">
                  <a:moveTo>
                    <a:pt x="982548" y="4958143"/>
                  </a:moveTo>
                  <a:lnTo>
                    <a:pt x="976985" y="4961001"/>
                  </a:lnTo>
                  <a:lnTo>
                    <a:pt x="965835" y="4966424"/>
                  </a:lnTo>
                  <a:lnTo>
                    <a:pt x="966698" y="4966995"/>
                  </a:lnTo>
                  <a:lnTo>
                    <a:pt x="968692" y="4968138"/>
                  </a:lnTo>
                  <a:lnTo>
                    <a:pt x="977836" y="4961572"/>
                  </a:lnTo>
                  <a:lnTo>
                    <a:pt x="982548" y="4958143"/>
                  </a:lnTo>
                  <a:close/>
                </a:path>
                <a:path w="18284190" h="10287000">
                  <a:moveTo>
                    <a:pt x="1982825" y="5054295"/>
                  </a:moveTo>
                  <a:lnTo>
                    <a:pt x="1664347" y="4620806"/>
                  </a:lnTo>
                  <a:lnTo>
                    <a:pt x="1639633" y="4633239"/>
                  </a:lnTo>
                  <a:lnTo>
                    <a:pt x="1969820" y="5085588"/>
                  </a:lnTo>
                  <a:lnTo>
                    <a:pt x="1982825" y="5054295"/>
                  </a:lnTo>
                  <a:close/>
                </a:path>
                <a:path w="18284190" h="10287000">
                  <a:moveTo>
                    <a:pt x="3672179" y="333413"/>
                  </a:moveTo>
                  <a:lnTo>
                    <a:pt x="3457702" y="0"/>
                  </a:lnTo>
                  <a:lnTo>
                    <a:pt x="3427996" y="0"/>
                  </a:lnTo>
                  <a:lnTo>
                    <a:pt x="3661600" y="365417"/>
                  </a:lnTo>
                  <a:lnTo>
                    <a:pt x="3666947" y="349415"/>
                  </a:lnTo>
                  <a:lnTo>
                    <a:pt x="3669576" y="341426"/>
                  </a:lnTo>
                  <a:lnTo>
                    <a:pt x="3672179" y="333413"/>
                  </a:lnTo>
                  <a:close/>
                </a:path>
                <a:path w="18284190" h="10287000">
                  <a:moveTo>
                    <a:pt x="4050512" y="8038376"/>
                  </a:moveTo>
                  <a:lnTo>
                    <a:pt x="4028643" y="8005521"/>
                  </a:lnTo>
                  <a:lnTo>
                    <a:pt x="3701745" y="7517892"/>
                  </a:lnTo>
                  <a:lnTo>
                    <a:pt x="3681603" y="7553744"/>
                  </a:lnTo>
                  <a:lnTo>
                    <a:pt x="3975925" y="7995234"/>
                  </a:lnTo>
                  <a:lnTo>
                    <a:pt x="4050512" y="8038376"/>
                  </a:lnTo>
                  <a:close/>
                </a:path>
                <a:path w="18284190" h="10287000">
                  <a:moveTo>
                    <a:pt x="4086936" y="8095818"/>
                  </a:moveTo>
                  <a:lnTo>
                    <a:pt x="4014647" y="8053667"/>
                  </a:lnTo>
                  <a:lnTo>
                    <a:pt x="4050792" y="8108251"/>
                  </a:lnTo>
                  <a:lnTo>
                    <a:pt x="4086936" y="8095818"/>
                  </a:lnTo>
                  <a:close/>
                </a:path>
                <a:path w="18284190" h="10287000">
                  <a:moveTo>
                    <a:pt x="4135374" y="1053363"/>
                  </a:moveTo>
                  <a:lnTo>
                    <a:pt x="3706177" y="386283"/>
                  </a:lnTo>
                  <a:lnTo>
                    <a:pt x="3695458" y="418287"/>
                  </a:lnTo>
                  <a:lnTo>
                    <a:pt x="4101795" y="1053655"/>
                  </a:lnTo>
                  <a:lnTo>
                    <a:pt x="4135374" y="1053363"/>
                  </a:lnTo>
                  <a:close/>
                </a:path>
                <a:path w="18284190" h="10287000">
                  <a:moveTo>
                    <a:pt x="5228653" y="2753004"/>
                  </a:moveTo>
                  <a:lnTo>
                    <a:pt x="4149801" y="1075791"/>
                  </a:lnTo>
                  <a:lnTo>
                    <a:pt x="4116082" y="1076083"/>
                  </a:lnTo>
                  <a:lnTo>
                    <a:pt x="4708017" y="2001774"/>
                  </a:lnTo>
                  <a:lnTo>
                    <a:pt x="5198503" y="2768435"/>
                  </a:lnTo>
                  <a:lnTo>
                    <a:pt x="5228653" y="2753004"/>
                  </a:lnTo>
                  <a:close/>
                </a:path>
                <a:path w="18284190" h="10287000">
                  <a:moveTo>
                    <a:pt x="5520639" y="10287000"/>
                  </a:moveTo>
                  <a:lnTo>
                    <a:pt x="5197513" y="9787166"/>
                  </a:lnTo>
                  <a:lnTo>
                    <a:pt x="4693272" y="9013444"/>
                  </a:lnTo>
                  <a:lnTo>
                    <a:pt x="4103801" y="8118678"/>
                  </a:lnTo>
                  <a:lnTo>
                    <a:pt x="4066082" y="8131683"/>
                  </a:lnTo>
                  <a:lnTo>
                    <a:pt x="4627943" y="8989035"/>
                  </a:lnTo>
                  <a:lnTo>
                    <a:pt x="5160645" y="9810890"/>
                  </a:lnTo>
                  <a:lnTo>
                    <a:pt x="5466118" y="10287000"/>
                  </a:lnTo>
                  <a:lnTo>
                    <a:pt x="5520639" y="10287000"/>
                  </a:lnTo>
                  <a:close/>
                </a:path>
                <a:path w="18284190" h="10287000">
                  <a:moveTo>
                    <a:pt x="5927026" y="3839146"/>
                  </a:moveTo>
                  <a:lnTo>
                    <a:pt x="5715571" y="3510381"/>
                  </a:lnTo>
                  <a:lnTo>
                    <a:pt x="5641568" y="3461093"/>
                  </a:lnTo>
                  <a:lnTo>
                    <a:pt x="5904458" y="3872001"/>
                  </a:lnTo>
                  <a:lnTo>
                    <a:pt x="5927026" y="3839146"/>
                  </a:lnTo>
                  <a:close/>
                </a:path>
                <a:path w="18284190" h="10287000">
                  <a:moveTo>
                    <a:pt x="6152058" y="4189044"/>
                  </a:moveTo>
                  <a:lnTo>
                    <a:pt x="5953176" y="3879862"/>
                  </a:lnTo>
                  <a:lnTo>
                    <a:pt x="5930747" y="3913009"/>
                  </a:lnTo>
                  <a:lnTo>
                    <a:pt x="6115189" y="4201477"/>
                  </a:lnTo>
                  <a:lnTo>
                    <a:pt x="6152058" y="4189044"/>
                  </a:lnTo>
                  <a:close/>
                </a:path>
                <a:path w="18284190" h="10287000">
                  <a:moveTo>
                    <a:pt x="6245072" y="4333913"/>
                  </a:moveTo>
                  <a:lnTo>
                    <a:pt x="6169203" y="4215904"/>
                  </a:lnTo>
                  <a:lnTo>
                    <a:pt x="6132334" y="4228185"/>
                  </a:lnTo>
                  <a:lnTo>
                    <a:pt x="6187922" y="4315206"/>
                  </a:lnTo>
                  <a:lnTo>
                    <a:pt x="6245072" y="4333913"/>
                  </a:lnTo>
                  <a:close/>
                </a:path>
                <a:path w="18284190" h="10287000">
                  <a:moveTo>
                    <a:pt x="6685839" y="9841039"/>
                  </a:moveTo>
                  <a:lnTo>
                    <a:pt x="6368656" y="10076320"/>
                  </a:lnTo>
                  <a:lnTo>
                    <a:pt x="6134620" y="10254805"/>
                  </a:lnTo>
                  <a:lnTo>
                    <a:pt x="6096203" y="10287000"/>
                  </a:lnTo>
                  <a:lnTo>
                    <a:pt x="6142139" y="10287000"/>
                  </a:lnTo>
                  <a:lnTo>
                    <a:pt x="6685839" y="9841039"/>
                  </a:lnTo>
                  <a:close/>
                </a:path>
                <a:path w="18284190" h="10287000">
                  <a:moveTo>
                    <a:pt x="6989877" y="9556140"/>
                  </a:moveTo>
                  <a:lnTo>
                    <a:pt x="6987591" y="9554146"/>
                  </a:lnTo>
                  <a:lnTo>
                    <a:pt x="6986448" y="9553003"/>
                  </a:lnTo>
                  <a:lnTo>
                    <a:pt x="6939293" y="9591865"/>
                  </a:lnTo>
                  <a:lnTo>
                    <a:pt x="6989877" y="9556140"/>
                  </a:lnTo>
                  <a:close/>
                </a:path>
                <a:path w="18284190" h="10287000">
                  <a:moveTo>
                    <a:pt x="7584529" y="9075077"/>
                  </a:moveTo>
                  <a:lnTo>
                    <a:pt x="7099046" y="9461640"/>
                  </a:lnTo>
                  <a:lnTo>
                    <a:pt x="7019455" y="9526283"/>
                  </a:lnTo>
                  <a:lnTo>
                    <a:pt x="7025018" y="9531566"/>
                  </a:lnTo>
                  <a:lnTo>
                    <a:pt x="7321207" y="9325966"/>
                  </a:lnTo>
                  <a:lnTo>
                    <a:pt x="7570229" y="9129801"/>
                  </a:lnTo>
                  <a:lnTo>
                    <a:pt x="7584529" y="9075077"/>
                  </a:lnTo>
                  <a:close/>
                </a:path>
                <a:path w="18284190" h="10287000">
                  <a:moveTo>
                    <a:pt x="8041437" y="7139127"/>
                  </a:moveTo>
                  <a:lnTo>
                    <a:pt x="7847127" y="6834086"/>
                  </a:lnTo>
                  <a:lnTo>
                    <a:pt x="7803121" y="6849237"/>
                  </a:lnTo>
                  <a:lnTo>
                    <a:pt x="8013573" y="7181850"/>
                  </a:lnTo>
                  <a:lnTo>
                    <a:pt x="8041437" y="7139127"/>
                  </a:lnTo>
                  <a:close/>
                </a:path>
                <a:path w="18284190" h="10287000">
                  <a:moveTo>
                    <a:pt x="8080159" y="7199985"/>
                  </a:moveTo>
                  <a:lnTo>
                    <a:pt x="8068437" y="7181558"/>
                  </a:lnTo>
                  <a:lnTo>
                    <a:pt x="8040586" y="7224420"/>
                  </a:lnTo>
                  <a:lnTo>
                    <a:pt x="8064005" y="7261428"/>
                  </a:lnTo>
                  <a:lnTo>
                    <a:pt x="8080159" y="7199985"/>
                  </a:lnTo>
                  <a:close/>
                </a:path>
                <a:path w="18284190" h="10287000">
                  <a:moveTo>
                    <a:pt x="8672805" y="8135391"/>
                  </a:moveTo>
                  <a:lnTo>
                    <a:pt x="8114297" y="7253567"/>
                  </a:lnTo>
                  <a:lnTo>
                    <a:pt x="8098155" y="7315428"/>
                  </a:lnTo>
                  <a:lnTo>
                    <a:pt x="8581644" y="8083817"/>
                  </a:lnTo>
                  <a:lnTo>
                    <a:pt x="8672805" y="8135391"/>
                  </a:lnTo>
                  <a:close/>
                </a:path>
                <a:path w="18284190" h="10287000">
                  <a:moveTo>
                    <a:pt x="8692947" y="8261121"/>
                  </a:moveTo>
                  <a:lnTo>
                    <a:pt x="8672944" y="8229257"/>
                  </a:lnTo>
                  <a:lnTo>
                    <a:pt x="8073758" y="8688629"/>
                  </a:lnTo>
                  <a:lnTo>
                    <a:pt x="7652677" y="9021356"/>
                  </a:lnTo>
                  <a:lnTo>
                    <a:pt x="7638250" y="9076220"/>
                  </a:lnTo>
                  <a:lnTo>
                    <a:pt x="8094789" y="8717382"/>
                  </a:lnTo>
                  <a:lnTo>
                    <a:pt x="8692947" y="8261121"/>
                  </a:lnTo>
                  <a:close/>
                </a:path>
                <a:path w="18284190" h="10287000">
                  <a:moveTo>
                    <a:pt x="8746528" y="8220405"/>
                  </a:moveTo>
                  <a:lnTo>
                    <a:pt x="8715235" y="8202549"/>
                  </a:lnTo>
                  <a:lnTo>
                    <a:pt x="8728481" y="8223644"/>
                  </a:lnTo>
                  <a:lnTo>
                    <a:pt x="8732952" y="8230692"/>
                  </a:lnTo>
                  <a:lnTo>
                    <a:pt x="8737524" y="8227263"/>
                  </a:lnTo>
                  <a:lnTo>
                    <a:pt x="8741956" y="8223834"/>
                  </a:lnTo>
                  <a:lnTo>
                    <a:pt x="8746528" y="8220405"/>
                  </a:lnTo>
                  <a:close/>
                </a:path>
                <a:path w="18284190" h="10287000">
                  <a:moveTo>
                    <a:pt x="9584779" y="9590430"/>
                  </a:moveTo>
                  <a:lnTo>
                    <a:pt x="8843962" y="8406714"/>
                  </a:lnTo>
                  <a:lnTo>
                    <a:pt x="8800681" y="8433003"/>
                  </a:lnTo>
                  <a:lnTo>
                    <a:pt x="9320454" y="9267393"/>
                  </a:lnTo>
                  <a:lnTo>
                    <a:pt x="9532912" y="9610001"/>
                  </a:lnTo>
                  <a:lnTo>
                    <a:pt x="9584779" y="9590430"/>
                  </a:lnTo>
                  <a:close/>
                </a:path>
                <a:path w="18284190" h="10287000">
                  <a:moveTo>
                    <a:pt x="9739224" y="7481024"/>
                  </a:moveTo>
                  <a:lnTo>
                    <a:pt x="9714789" y="7448588"/>
                  </a:lnTo>
                  <a:lnTo>
                    <a:pt x="9079078" y="7919059"/>
                  </a:lnTo>
                  <a:lnTo>
                    <a:pt x="9037129" y="7950936"/>
                  </a:lnTo>
                  <a:lnTo>
                    <a:pt x="8743531" y="8175396"/>
                  </a:lnTo>
                  <a:lnTo>
                    <a:pt x="8779104" y="8195538"/>
                  </a:lnTo>
                  <a:lnTo>
                    <a:pt x="9102242" y="7949997"/>
                  </a:lnTo>
                  <a:lnTo>
                    <a:pt x="9739224" y="7481024"/>
                  </a:lnTo>
                  <a:close/>
                </a:path>
                <a:path w="18284190" h="10287000">
                  <a:moveTo>
                    <a:pt x="10013569" y="10287000"/>
                  </a:moveTo>
                  <a:lnTo>
                    <a:pt x="9606343" y="9625724"/>
                  </a:lnTo>
                  <a:lnTo>
                    <a:pt x="9554629" y="9645294"/>
                  </a:lnTo>
                  <a:lnTo>
                    <a:pt x="9949574" y="10287000"/>
                  </a:lnTo>
                  <a:lnTo>
                    <a:pt x="10013569" y="10287000"/>
                  </a:lnTo>
                  <a:close/>
                </a:path>
                <a:path w="18284190" h="10287000">
                  <a:moveTo>
                    <a:pt x="10316146" y="7061543"/>
                  </a:moveTo>
                  <a:lnTo>
                    <a:pt x="10293147" y="7025970"/>
                  </a:lnTo>
                  <a:lnTo>
                    <a:pt x="10058260" y="7194702"/>
                  </a:lnTo>
                  <a:lnTo>
                    <a:pt x="9750361" y="7422299"/>
                  </a:lnTo>
                  <a:lnTo>
                    <a:pt x="9774936" y="7454595"/>
                  </a:lnTo>
                  <a:lnTo>
                    <a:pt x="10082695" y="7228281"/>
                  </a:lnTo>
                  <a:lnTo>
                    <a:pt x="10316146" y="7061543"/>
                  </a:lnTo>
                  <a:close/>
                </a:path>
                <a:path w="18284190" h="10287000">
                  <a:moveTo>
                    <a:pt x="10565321" y="6883806"/>
                  </a:moveTo>
                  <a:lnTo>
                    <a:pt x="10541610" y="6847802"/>
                  </a:lnTo>
                  <a:lnTo>
                    <a:pt x="10330866" y="6998970"/>
                  </a:lnTo>
                  <a:lnTo>
                    <a:pt x="10354018" y="7034543"/>
                  </a:lnTo>
                  <a:lnTo>
                    <a:pt x="10565321" y="6883806"/>
                  </a:lnTo>
                  <a:close/>
                </a:path>
                <a:path w="18284190" h="10287000">
                  <a:moveTo>
                    <a:pt x="11611458" y="6148006"/>
                  </a:moveTo>
                  <a:lnTo>
                    <a:pt x="11556022" y="6129718"/>
                  </a:lnTo>
                  <a:lnTo>
                    <a:pt x="11497158" y="6170866"/>
                  </a:lnTo>
                  <a:lnTo>
                    <a:pt x="11053509" y="6480696"/>
                  </a:lnTo>
                  <a:lnTo>
                    <a:pt x="10583901" y="6817373"/>
                  </a:lnTo>
                  <a:lnTo>
                    <a:pt x="10607764" y="6853377"/>
                  </a:lnTo>
                  <a:lnTo>
                    <a:pt x="11079290" y="6517221"/>
                  </a:lnTo>
                  <a:lnTo>
                    <a:pt x="11611458" y="6148006"/>
                  </a:lnTo>
                  <a:close/>
                </a:path>
                <a:path w="18284190" h="10287000">
                  <a:moveTo>
                    <a:pt x="12655728" y="5434203"/>
                  </a:moveTo>
                  <a:lnTo>
                    <a:pt x="12638723" y="5424055"/>
                  </a:lnTo>
                  <a:lnTo>
                    <a:pt x="12546571" y="5447195"/>
                  </a:lnTo>
                  <a:lnTo>
                    <a:pt x="11962435" y="5845772"/>
                  </a:lnTo>
                  <a:lnTo>
                    <a:pt x="11611026" y="6091428"/>
                  </a:lnTo>
                  <a:lnTo>
                    <a:pt x="11666741" y="6109716"/>
                  </a:lnTo>
                  <a:lnTo>
                    <a:pt x="11742611" y="6056985"/>
                  </a:lnTo>
                  <a:lnTo>
                    <a:pt x="12110771" y="5802528"/>
                  </a:lnTo>
                  <a:lnTo>
                    <a:pt x="12655728" y="5434203"/>
                  </a:lnTo>
                  <a:close/>
                </a:path>
                <a:path w="18284190" h="10287000">
                  <a:moveTo>
                    <a:pt x="12727737" y="5359044"/>
                  </a:moveTo>
                  <a:lnTo>
                    <a:pt x="12725883" y="5349189"/>
                  </a:lnTo>
                  <a:lnTo>
                    <a:pt x="12723597" y="5334762"/>
                  </a:lnTo>
                  <a:lnTo>
                    <a:pt x="12722314" y="5327612"/>
                  </a:lnTo>
                  <a:lnTo>
                    <a:pt x="12647295" y="5378767"/>
                  </a:lnTo>
                  <a:lnTo>
                    <a:pt x="12648438" y="5379339"/>
                  </a:lnTo>
                  <a:lnTo>
                    <a:pt x="12727737" y="5359044"/>
                  </a:lnTo>
                  <a:close/>
                </a:path>
                <a:path w="18284190" h="10287000">
                  <a:moveTo>
                    <a:pt x="13423392" y="4920564"/>
                  </a:moveTo>
                  <a:lnTo>
                    <a:pt x="13223507" y="4989423"/>
                  </a:lnTo>
                  <a:lnTo>
                    <a:pt x="12760173" y="5301894"/>
                  </a:lnTo>
                  <a:lnTo>
                    <a:pt x="12768034" y="5348617"/>
                  </a:lnTo>
                  <a:lnTo>
                    <a:pt x="12790742" y="5342763"/>
                  </a:lnTo>
                  <a:lnTo>
                    <a:pt x="12957480" y="5230177"/>
                  </a:lnTo>
                  <a:lnTo>
                    <a:pt x="13423392" y="4920564"/>
                  </a:lnTo>
                  <a:close/>
                </a:path>
                <a:path w="18284190" h="10287000">
                  <a:moveTo>
                    <a:pt x="15041309" y="3862857"/>
                  </a:moveTo>
                  <a:lnTo>
                    <a:pt x="14976869" y="3839426"/>
                  </a:lnTo>
                  <a:lnTo>
                    <a:pt x="14578965" y="4097604"/>
                  </a:lnTo>
                  <a:lnTo>
                    <a:pt x="14009523" y="4467631"/>
                  </a:lnTo>
                  <a:lnTo>
                    <a:pt x="13400824" y="4871555"/>
                  </a:lnTo>
                  <a:lnTo>
                    <a:pt x="13604126" y="4801260"/>
                  </a:lnTo>
                  <a:lnTo>
                    <a:pt x="14168057" y="4428985"/>
                  </a:lnTo>
                  <a:lnTo>
                    <a:pt x="15041309" y="3862857"/>
                  </a:lnTo>
                  <a:close/>
                </a:path>
                <a:path w="18284190" h="10287000">
                  <a:moveTo>
                    <a:pt x="15122462" y="3745992"/>
                  </a:moveTo>
                  <a:lnTo>
                    <a:pt x="15028304" y="3806279"/>
                  </a:lnTo>
                  <a:lnTo>
                    <a:pt x="15093036" y="3829710"/>
                  </a:lnTo>
                  <a:lnTo>
                    <a:pt x="15114321" y="3815994"/>
                  </a:lnTo>
                  <a:lnTo>
                    <a:pt x="15122462" y="3745992"/>
                  </a:lnTo>
                  <a:close/>
                </a:path>
                <a:path w="18284190" h="10287000">
                  <a:moveTo>
                    <a:pt x="15434069" y="3611689"/>
                  </a:moveTo>
                  <a:lnTo>
                    <a:pt x="15430500" y="3549104"/>
                  </a:lnTo>
                  <a:lnTo>
                    <a:pt x="15167471" y="3717125"/>
                  </a:lnTo>
                  <a:lnTo>
                    <a:pt x="15159470" y="3787140"/>
                  </a:lnTo>
                  <a:lnTo>
                    <a:pt x="15434069" y="3611689"/>
                  </a:lnTo>
                  <a:close/>
                </a:path>
                <a:path w="18284190" h="10287000">
                  <a:moveTo>
                    <a:pt x="16097441" y="3125051"/>
                  </a:moveTo>
                  <a:lnTo>
                    <a:pt x="15466797" y="3525964"/>
                  </a:lnTo>
                  <a:lnTo>
                    <a:pt x="15470645" y="3588397"/>
                  </a:lnTo>
                  <a:lnTo>
                    <a:pt x="16097161" y="3190202"/>
                  </a:lnTo>
                  <a:lnTo>
                    <a:pt x="16097441" y="3125051"/>
                  </a:lnTo>
                  <a:close/>
                </a:path>
                <a:path w="18284190" h="10287000">
                  <a:moveTo>
                    <a:pt x="18283568" y="1769884"/>
                  </a:moveTo>
                  <a:lnTo>
                    <a:pt x="17395317" y="2315667"/>
                  </a:lnTo>
                  <a:lnTo>
                    <a:pt x="16133585" y="3102051"/>
                  </a:lnTo>
                  <a:lnTo>
                    <a:pt x="16133585" y="3167342"/>
                  </a:lnTo>
                  <a:lnTo>
                    <a:pt x="18283568" y="1823466"/>
                  </a:lnTo>
                  <a:lnTo>
                    <a:pt x="18283568" y="1769884"/>
                  </a:lnTo>
                  <a:close/>
                </a:path>
              </a:pathLst>
            </a:custGeom>
            <a:solidFill>
              <a:srgbClr val="00408C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38668" y="6573059"/>
              <a:ext cx="192023" cy="243602"/>
            </a:xfrm>
            <a:prstGeom prst="rect">
              <a:avLst/>
            </a:prstGeom>
          </p:spPr>
        </p:pic>
        <p:sp>
          <p:nvSpPr>
            <p:cNvPr id="13" name="object 8"/>
            <p:cNvSpPr/>
            <p:nvPr/>
          </p:nvSpPr>
          <p:spPr>
            <a:xfrm>
              <a:off x="0" y="11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753795" y="6150572"/>
                  </a:moveTo>
                  <a:lnTo>
                    <a:pt x="740803" y="6143142"/>
                  </a:lnTo>
                  <a:lnTo>
                    <a:pt x="0" y="6423177"/>
                  </a:lnTo>
                  <a:lnTo>
                    <a:pt x="0" y="6432461"/>
                  </a:lnTo>
                  <a:lnTo>
                    <a:pt x="753795" y="6150572"/>
                  </a:lnTo>
                  <a:close/>
                </a:path>
                <a:path w="18288000" h="10287000">
                  <a:moveTo>
                    <a:pt x="951255" y="4975707"/>
                  </a:moveTo>
                  <a:lnTo>
                    <a:pt x="895680" y="4942281"/>
                  </a:lnTo>
                  <a:lnTo>
                    <a:pt x="0" y="5376481"/>
                  </a:lnTo>
                  <a:lnTo>
                    <a:pt x="0" y="5436908"/>
                  </a:lnTo>
                  <a:lnTo>
                    <a:pt x="896531" y="5002568"/>
                  </a:lnTo>
                  <a:lnTo>
                    <a:pt x="951255" y="4975707"/>
                  </a:lnTo>
                  <a:close/>
                </a:path>
                <a:path w="18288000" h="10287000">
                  <a:moveTo>
                    <a:pt x="1059129" y="9165095"/>
                  </a:moveTo>
                  <a:lnTo>
                    <a:pt x="1046835" y="9149524"/>
                  </a:lnTo>
                  <a:lnTo>
                    <a:pt x="0" y="9511855"/>
                  </a:lnTo>
                  <a:lnTo>
                    <a:pt x="0" y="9528569"/>
                  </a:lnTo>
                  <a:lnTo>
                    <a:pt x="1059129" y="9165095"/>
                  </a:lnTo>
                  <a:close/>
                </a:path>
                <a:path w="18288000" h="10287000">
                  <a:moveTo>
                    <a:pt x="1152702" y="9112948"/>
                  </a:moveTo>
                  <a:lnTo>
                    <a:pt x="1082128" y="9137371"/>
                  </a:lnTo>
                  <a:lnTo>
                    <a:pt x="1086269" y="9142666"/>
                  </a:lnTo>
                  <a:lnTo>
                    <a:pt x="1090409" y="9147658"/>
                  </a:lnTo>
                  <a:lnTo>
                    <a:pt x="1094562" y="9152953"/>
                  </a:lnTo>
                  <a:lnTo>
                    <a:pt x="1151851" y="9133230"/>
                  </a:lnTo>
                  <a:lnTo>
                    <a:pt x="1152702" y="9112948"/>
                  </a:lnTo>
                  <a:close/>
                </a:path>
                <a:path w="18288000" h="10287000">
                  <a:moveTo>
                    <a:pt x="1281582" y="5938837"/>
                  </a:moveTo>
                  <a:lnTo>
                    <a:pt x="767803" y="6132855"/>
                  </a:lnTo>
                  <a:lnTo>
                    <a:pt x="780948" y="6140577"/>
                  </a:lnTo>
                  <a:lnTo>
                    <a:pt x="1281010" y="5953696"/>
                  </a:lnTo>
                  <a:lnTo>
                    <a:pt x="1281582" y="5938837"/>
                  </a:lnTo>
                  <a:close/>
                </a:path>
                <a:path w="18288000" h="10287000">
                  <a:moveTo>
                    <a:pt x="1330871" y="4727968"/>
                  </a:moveTo>
                  <a:lnTo>
                    <a:pt x="914387" y="4933137"/>
                  </a:lnTo>
                  <a:lnTo>
                    <a:pt x="970254" y="4966424"/>
                  </a:lnTo>
                  <a:lnTo>
                    <a:pt x="1328305" y="4789970"/>
                  </a:lnTo>
                  <a:lnTo>
                    <a:pt x="1330871" y="4727968"/>
                  </a:lnTo>
                  <a:close/>
                </a:path>
                <a:path w="18288000" h="10287000">
                  <a:moveTo>
                    <a:pt x="1674774" y="5791390"/>
                  </a:moveTo>
                  <a:lnTo>
                    <a:pt x="1324152" y="5922835"/>
                  </a:lnTo>
                  <a:lnTo>
                    <a:pt x="1323581" y="5937834"/>
                  </a:lnTo>
                  <a:lnTo>
                    <a:pt x="1666341" y="5810529"/>
                  </a:lnTo>
                  <a:lnTo>
                    <a:pt x="1674774" y="5791390"/>
                  </a:lnTo>
                  <a:close/>
                </a:path>
                <a:path w="18288000" h="10287000">
                  <a:moveTo>
                    <a:pt x="2056396" y="5666803"/>
                  </a:moveTo>
                  <a:lnTo>
                    <a:pt x="2039251" y="5655373"/>
                  </a:lnTo>
                  <a:lnTo>
                    <a:pt x="1719491" y="5774664"/>
                  </a:lnTo>
                  <a:lnTo>
                    <a:pt x="1710918" y="5794095"/>
                  </a:lnTo>
                  <a:lnTo>
                    <a:pt x="2056396" y="5666803"/>
                  </a:lnTo>
                  <a:close/>
                </a:path>
                <a:path w="18288000" h="10287000">
                  <a:moveTo>
                    <a:pt x="3139097" y="8425434"/>
                  </a:moveTo>
                  <a:lnTo>
                    <a:pt x="2073681" y="8794191"/>
                  </a:lnTo>
                  <a:lnTo>
                    <a:pt x="1205572" y="9094660"/>
                  </a:lnTo>
                  <a:lnTo>
                    <a:pt x="1204709" y="9115234"/>
                  </a:lnTo>
                  <a:lnTo>
                    <a:pt x="3121241" y="8457438"/>
                  </a:lnTo>
                  <a:lnTo>
                    <a:pt x="3139097" y="8425434"/>
                  </a:lnTo>
                  <a:close/>
                </a:path>
                <a:path w="18288000" h="10287000">
                  <a:moveTo>
                    <a:pt x="3400133" y="5177599"/>
                  </a:moveTo>
                  <a:lnTo>
                    <a:pt x="3375418" y="5163591"/>
                  </a:lnTo>
                  <a:lnTo>
                    <a:pt x="2065680" y="5645658"/>
                  </a:lnTo>
                  <a:lnTo>
                    <a:pt x="2082965" y="5656935"/>
                  </a:lnTo>
                  <a:lnTo>
                    <a:pt x="2350566" y="5558637"/>
                  </a:lnTo>
                  <a:lnTo>
                    <a:pt x="3400133" y="5177599"/>
                  </a:lnTo>
                  <a:close/>
                </a:path>
                <a:path w="18288000" h="10287000">
                  <a:moveTo>
                    <a:pt x="3772751" y="3554247"/>
                  </a:moveTo>
                  <a:lnTo>
                    <a:pt x="3706596" y="3532251"/>
                  </a:lnTo>
                  <a:lnTo>
                    <a:pt x="2364435" y="4211904"/>
                  </a:lnTo>
                  <a:lnTo>
                    <a:pt x="2335288" y="4286478"/>
                  </a:lnTo>
                  <a:lnTo>
                    <a:pt x="3772751" y="3554247"/>
                  </a:lnTo>
                  <a:close/>
                </a:path>
                <a:path w="18288000" h="10287000">
                  <a:moveTo>
                    <a:pt x="4122369" y="8113814"/>
                  </a:moveTo>
                  <a:lnTo>
                    <a:pt x="4091355" y="8095818"/>
                  </a:lnTo>
                  <a:lnTo>
                    <a:pt x="3216821" y="8398421"/>
                  </a:lnTo>
                  <a:lnTo>
                    <a:pt x="3198825" y="8430857"/>
                  </a:lnTo>
                  <a:lnTo>
                    <a:pt x="4122369" y="8113814"/>
                  </a:lnTo>
                  <a:close/>
                </a:path>
                <a:path w="18288000" h="10287000">
                  <a:moveTo>
                    <a:pt x="5001184" y="7812354"/>
                  </a:moveTo>
                  <a:lnTo>
                    <a:pt x="4974183" y="7790205"/>
                  </a:lnTo>
                  <a:lnTo>
                    <a:pt x="4130510" y="8082242"/>
                  </a:lnTo>
                  <a:lnTo>
                    <a:pt x="4161802" y="8100390"/>
                  </a:lnTo>
                  <a:lnTo>
                    <a:pt x="5001184" y="7812354"/>
                  </a:lnTo>
                  <a:close/>
                </a:path>
                <a:path w="18288000" h="10287000">
                  <a:moveTo>
                    <a:pt x="5558256" y="4391926"/>
                  </a:moveTo>
                  <a:lnTo>
                    <a:pt x="4819167" y="4648098"/>
                  </a:lnTo>
                  <a:lnTo>
                    <a:pt x="3593007" y="5084153"/>
                  </a:lnTo>
                  <a:lnTo>
                    <a:pt x="3405416" y="5152593"/>
                  </a:lnTo>
                  <a:lnTo>
                    <a:pt x="3430282" y="5166741"/>
                  </a:lnTo>
                  <a:lnTo>
                    <a:pt x="4512983" y="4782401"/>
                  </a:lnTo>
                  <a:lnTo>
                    <a:pt x="5532107" y="4431500"/>
                  </a:lnTo>
                  <a:lnTo>
                    <a:pt x="5558256" y="4391926"/>
                  </a:lnTo>
                  <a:close/>
                </a:path>
                <a:path w="18288000" h="10287000">
                  <a:moveTo>
                    <a:pt x="5677420" y="3444087"/>
                  </a:moveTo>
                  <a:lnTo>
                    <a:pt x="5637987" y="3382657"/>
                  </a:lnTo>
                  <a:lnTo>
                    <a:pt x="5257647" y="2791434"/>
                  </a:lnTo>
                  <a:lnTo>
                    <a:pt x="5227498" y="2806865"/>
                  </a:lnTo>
                  <a:lnTo>
                    <a:pt x="5605119" y="3397224"/>
                  </a:lnTo>
                  <a:lnTo>
                    <a:pt x="5677420" y="3444087"/>
                  </a:lnTo>
                  <a:close/>
                </a:path>
                <a:path w="18288000" h="10287000">
                  <a:moveTo>
                    <a:pt x="5975312" y="4282478"/>
                  </a:moveTo>
                  <a:lnTo>
                    <a:pt x="5927585" y="4266628"/>
                  </a:lnTo>
                  <a:lnTo>
                    <a:pt x="5630837" y="4367352"/>
                  </a:lnTo>
                  <a:lnTo>
                    <a:pt x="5604268" y="4407357"/>
                  </a:lnTo>
                  <a:lnTo>
                    <a:pt x="5975312" y="4282478"/>
                  </a:lnTo>
                  <a:close/>
                </a:path>
                <a:path w="18288000" h="10287000">
                  <a:moveTo>
                    <a:pt x="6531673" y="4098607"/>
                  </a:moveTo>
                  <a:lnTo>
                    <a:pt x="6501663" y="4074884"/>
                  </a:lnTo>
                  <a:lnTo>
                    <a:pt x="6224765" y="4165892"/>
                  </a:lnTo>
                  <a:lnTo>
                    <a:pt x="5984887" y="4247197"/>
                  </a:lnTo>
                  <a:lnTo>
                    <a:pt x="6033173" y="4263047"/>
                  </a:lnTo>
                  <a:lnTo>
                    <a:pt x="6234633" y="4195330"/>
                  </a:lnTo>
                  <a:lnTo>
                    <a:pt x="6531673" y="4098607"/>
                  </a:lnTo>
                  <a:close/>
                </a:path>
                <a:path w="18288000" h="10287000">
                  <a:moveTo>
                    <a:pt x="6532092" y="937488"/>
                  </a:moveTo>
                  <a:lnTo>
                    <a:pt x="5852020" y="0"/>
                  </a:lnTo>
                  <a:lnTo>
                    <a:pt x="5815355" y="0"/>
                  </a:lnTo>
                  <a:lnTo>
                    <a:pt x="6329210" y="708888"/>
                  </a:lnTo>
                  <a:lnTo>
                    <a:pt x="6480086" y="920775"/>
                  </a:lnTo>
                  <a:lnTo>
                    <a:pt x="6532092" y="937488"/>
                  </a:lnTo>
                  <a:close/>
                </a:path>
                <a:path w="18288000" h="10287000">
                  <a:moveTo>
                    <a:pt x="6598247" y="1029931"/>
                  </a:moveTo>
                  <a:lnTo>
                    <a:pt x="6563957" y="982065"/>
                  </a:lnTo>
                  <a:lnTo>
                    <a:pt x="6511658" y="965212"/>
                  </a:lnTo>
                  <a:lnTo>
                    <a:pt x="6558381" y="1030503"/>
                  </a:lnTo>
                  <a:lnTo>
                    <a:pt x="6598247" y="1029931"/>
                  </a:lnTo>
                  <a:close/>
                </a:path>
                <a:path w="18288000" h="10287000">
                  <a:moveTo>
                    <a:pt x="6892137" y="7163409"/>
                  </a:moveTo>
                  <a:lnTo>
                    <a:pt x="6851713" y="7140410"/>
                  </a:lnTo>
                  <a:lnTo>
                    <a:pt x="5012334" y="7777061"/>
                  </a:lnTo>
                  <a:lnTo>
                    <a:pt x="5039626" y="7799070"/>
                  </a:lnTo>
                  <a:lnTo>
                    <a:pt x="6892137" y="7163409"/>
                  </a:lnTo>
                  <a:close/>
                </a:path>
                <a:path w="18288000" h="10287000">
                  <a:moveTo>
                    <a:pt x="7139597" y="1786458"/>
                  </a:moveTo>
                  <a:lnTo>
                    <a:pt x="6619253" y="1059218"/>
                  </a:lnTo>
                  <a:lnTo>
                    <a:pt x="6579095" y="1059649"/>
                  </a:lnTo>
                  <a:lnTo>
                    <a:pt x="6751688" y="1301826"/>
                  </a:lnTo>
                  <a:lnTo>
                    <a:pt x="7107745" y="1802460"/>
                  </a:lnTo>
                  <a:lnTo>
                    <a:pt x="7139597" y="1786458"/>
                  </a:lnTo>
                  <a:close/>
                </a:path>
                <a:path w="18288000" h="10287000">
                  <a:moveTo>
                    <a:pt x="7238898" y="1926043"/>
                  </a:moveTo>
                  <a:lnTo>
                    <a:pt x="7163600" y="1820176"/>
                  </a:lnTo>
                  <a:lnTo>
                    <a:pt x="7131748" y="1836318"/>
                  </a:lnTo>
                  <a:lnTo>
                    <a:pt x="7156742" y="1871472"/>
                  </a:lnTo>
                  <a:lnTo>
                    <a:pt x="7238898" y="1926043"/>
                  </a:lnTo>
                  <a:close/>
                </a:path>
                <a:path w="18288000" h="10287000">
                  <a:moveTo>
                    <a:pt x="7265759" y="1981200"/>
                  </a:moveTo>
                  <a:lnTo>
                    <a:pt x="7206323" y="1941474"/>
                  </a:lnTo>
                  <a:lnTo>
                    <a:pt x="7249477" y="2002764"/>
                  </a:lnTo>
                  <a:lnTo>
                    <a:pt x="7265759" y="1981200"/>
                  </a:lnTo>
                  <a:close/>
                </a:path>
                <a:path w="18288000" h="10287000">
                  <a:moveTo>
                    <a:pt x="7666520" y="6543903"/>
                  </a:moveTo>
                  <a:lnTo>
                    <a:pt x="6281496" y="4383786"/>
                  </a:lnTo>
                  <a:lnTo>
                    <a:pt x="6224054" y="4364774"/>
                  </a:lnTo>
                  <a:lnTo>
                    <a:pt x="7266038" y="5996127"/>
                  </a:lnTo>
                  <a:lnTo>
                    <a:pt x="7620368" y="6553479"/>
                  </a:lnTo>
                  <a:lnTo>
                    <a:pt x="7666520" y="6543903"/>
                  </a:lnTo>
                  <a:close/>
                </a:path>
                <a:path w="18288000" h="10287000">
                  <a:moveTo>
                    <a:pt x="8078571" y="3607968"/>
                  </a:moveTo>
                  <a:lnTo>
                    <a:pt x="8058137" y="3576396"/>
                  </a:lnTo>
                  <a:lnTo>
                    <a:pt x="7134174" y="3867429"/>
                  </a:lnTo>
                  <a:lnTo>
                    <a:pt x="6540233" y="4062171"/>
                  </a:lnTo>
                  <a:lnTo>
                    <a:pt x="6570535" y="4086034"/>
                  </a:lnTo>
                  <a:lnTo>
                    <a:pt x="7144461" y="3899433"/>
                  </a:lnTo>
                  <a:lnTo>
                    <a:pt x="8078571" y="3607968"/>
                  </a:lnTo>
                  <a:close/>
                </a:path>
                <a:path w="18288000" h="10287000">
                  <a:moveTo>
                    <a:pt x="8226311" y="6664642"/>
                  </a:moveTo>
                  <a:lnTo>
                    <a:pt x="7786967" y="6816661"/>
                  </a:lnTo>
                  <a:lnTo>
                    <a:pt x="6893280" y="7125983"/>
                  </a:lnTo>
                  <a:lnTo>
                    <a:pt x="6933857" y="7148982"/>
                  </a:lnTo>
                  <a:lnTo>
                    <a:pt x="8214449" y="6709499"/>
                  </a:lnTo>
                  <a:lnTo>
                    <a:pt x="8226311" y="6664642"/>
                  </a:lnTo>
                  <a:close/>
                </a:path>
                <a:path w="18288000" h="10287000">
                  <a:moveTo>
                    <a:pt x="8391614" y="6607340"/>
                  </a:moveTo>
                  <a:lnTo>
                    <a:pt x="8276882" y="6647066"/>
                  </a:lnTo>
                  <a:lnTo>
                    <a:pt x="8265173" y="6692214"/>
                  </a:lnTo>
                  <a:lnTo>
                    <a:pt x="8357044" y="6660642"/>
                  </a:lnTo>
                  <a:lnTo>
                    <a:pt x="8391614" y="6607340"/>
                  </a:lnTo>
                  <a:close/>
                </a:path>
                <a:path w="18288000" h="10287000">
                  <a:moveTo>
                    <a:pt x="8754516" y="1031074"/>
                  </a:moveTo>
                  <a:lnTo>
                    <a:pt x="8665794" y="1032510"/>
                  </a:lnTo>
                  <a:lnTo>
                    <a:pt x="7933131" y="1391412"/>
                  </a:lnTo>
                  <a:lnTo>
                    <a:pt x="7986420" y="1408696"/>
                  </a:lnTo>
                  <a:lnTo>
                    <a:pt x="8754516" y="1031074"/>
                  </a:lnTo>
                  <a:close/>
                </a:path>
                <a:path w="18288000" h="10287000">
                  <a:moveTo>
                    <a:pt x="8822665" y="8365845"/>
                  </a:moveTo>
                  <a:lnTo>
                    <a:pt x="8719655" y="8202549"/>
                  </a:lnTo>
                  <a:lnTo>
                    <a:pt x="8627935" y="8150390"/>
                  </a:lnTo>
                  <a:lnTo>
                    <a:pt x="8779370" y="8391995"/>
                  </a:lnTo>
                  <a:lnTo>
                    <a:pt x="8822665" y="8365845"/>
                  </a:lnTo>
                  <a:close/>
                </a:path>
                <a:path w="18288000" h="10287000">
                  <a:moveTo>
                    <a:pt x="8863241" y="4255909"/>
                  </a:moveTo>
                  <a:lnTo>
                    <a:pt x="8337182" y="3492093"/>
                  </a:lnTo>
                  <a:lnTo>
                    <a:pt x="7295337" y="2005622"/>
                  </a:lnTo>
                  <a:lnTo>
                    <a:pt x="7272756" y="2035632"/>
                  </a:lnTo>
                  <a:lnTo>
                    <a:pt x="8291462" y="3505936"/>
                  </a:lnTo>
                  <a:lnTo>
                    <a:pt x="8093291" y="3565677"/>
                  </a:lnTo>
                  <a:lnTo>
                    <a:pt x="8114004" y="3597402"/>
                  </a:lnTo>
                  <a:lnTo>
                    <a:pt x="8313521" y="3537775"/>
                  </a:lnTo>
                  <a:lnTo>
                    <a:pt x="8848814" y="4310342"/>
                  </a:lnTo>
                  <a:lnTo>
                    <a:pt x="8863241" y="4255909"/>
                  </a:lnTo>
                  <a:close/>
                </a:path>
                <a:path w="18288000" h="10287000">
                  <a:moveTo>
                    <a:pt x="8934539" y="6462471"/>
                  </a:moveTo>
                  <a:lnTo>
                    <a:pt x="8906675" y="6429184"/>
                  </a:lnTo>
                  <a:lnTo>
                    <a:pt x="8459914" y="6583769"/>
                  </a:lnTo>
                  <a:lnTo>
                    <a:pt x="8425332" y="6637210"/>
                  </a:lnTo>
                  <a:lnTo>
                    <a:pt x="8934539" y="6462471"/>
                  </a:lnTo>
                  <a:close/>
                </a:path>
                <a:path w="18288000" h="10287000">
                  <a:moveTo>
                    <a:pt x="9127426" y="3256788"/>
                  </a:moveTo>
                  <a:lnTo>
                    <a:pt x="8935212" y="3311956"/>
                  </a:lnTo>
                  <a:lnTo>
                    <a:pt x="8613635" y="3408807"/>
                  </a:lnTo>
                  <a:lnTo>
                    <a:pt x="8337182" y="3492093"/>
                  </a:lnTo>
                  <a:lnTo>
                    <a:pt x="8359330" y="3524097"/>
                  </a:lnTo>
                  <a:lnTo>
                    <a:pt x="8952459" y="3347199"/>
                  </a:lnTo>
                  <a:lnTo>
                    <a:pt x="9115844" y="3300793"/>
                  </a:lnTo>
                  <a:lnTo>
                    <a:pt x="9127426" y="3256788"/>
                  </a:lnTo>
                  <a:close/>
                </a:path>
                <a:path w="18288000" h="10287000">
                  <a:moveTo>
                    <a:pt x="9223007" y="3270351"/>
                  </a:moveTo>
                  <a:lnTo>
                    <a:pt x="9179281" y="3241929"/>
                  </a:lnTo>
                  <a:lnTo>
                    <a:pt x="9169425" y="3244786"/>
                  </a:lnTo>
                  <a:lnTo>
                    <a:pt x="9164561" y="3246069"/>
                  </a:lnTo>
                  <a:lnTo>
                    <a:pt x="9153131" y="3290214"/>
                  </a:lnTo>
                  <a:lnTo>
                    <a:pt x="9223007" y="3270351"/>
                  </a:lnTo>
                  <a:close/>
                </a:path>
                <a:path w="18288000" h="10287000">
                  <a:moveTo>
                    <a:pt x="9404883" y="5050002"/>
                  </a:moveTo>
                  <a:lnTo>
                    <a:pt x="8890673" y="4295775"/>
                  </a:lnTo>
                  <a:lnTo>
                    <a:pt x="8876386" y="4350486"/>
                  </a:lnTo>
                  <a:lnTo>
                    <a:pt x="9008834" y="4544085"/>
                  </a:lnTo>
                  <a:lnTo>
                    <a:pt x="9120988" y="4707826"/>
                  </a:lnTo>
                  <a:lnTo>
                    <a:pt x="9378023" y="5091150"/>
                  </a:lnTo>
                  <a:lnTo>
                    <a:pt x="9404883" y="5050002"/>
                  </a:lnTo>
                  <a:close/>
                </a:path>
                <a:path w="18288000" h="10287000">
                  <a:moveTo>
                    <a:pt x="9680486" y="5457774"/>
                  </a:moveTo>
                  <a:lnTo>
                    <a:pt x="9429458" y="5086299"/>
                  </a:lnTo>
                  <a:lnTo>
                    <a:pt x="9402597" y="5127726"/>
                  </a:lnTo>
                  <a:lnTo>
                    <a:pt x="9522904" y="5307038"/>
                  </a:lnTo>
                  <a:lnTo>
                    <a:pt x="9608198" y="5434050"/>
                  </a:lnTo>
                  <a:lnTo>
                    <a:pt x="9680486" y="5457774"/>
                  </a:lnTo>
                  <a:close/>
                </a:path>
                <a:path w="18288000" h="10287000">
                  <a:moveTo>
                    <a:pt x="9750501" y="6182436"/>
                  </a:moveTo>
                  <a:lnTo>
                    <a:pt x="9726498" y="6145428"/>
                  </a:lnTo>
                  <a:lnTo>
                    <a:pt x="8948395" y="6414744"/>
                  </a:lnTo>
                  <a:lnTo>
                    <a:pt x="8976550" y="6448044"/>
                  </a:lnTo>
                  <a:lnTo>
                    <a:pt x="9750501" y="6182436"/>
                  </a:lnTo>
                  <a:close/>
                </a:path>
                <a:path w="18288000" h="10287000">
                  <a:moveTo>
                    <a:pt x="10055542" y="6014986"/>
                  </a:moveTo>
                  <a:lnTo>
                    <a:pt x="9723920" y="5522214"/>
                  </a:lnTo>
                  <a:lnTo>
                    <a:pt x="9651060" y="5498058"/>
                  </a:lnTo>
                  <a:lnTo>
                    <a:pt x="9943808" y="5935688"/>
                  </a:lnTo>
                  <a:lnTo>
                    <a:pt x="10004666" y="6026988"/>
                  </a:lnTo>
                  <a:lnTo>
                    <a:pt x="10055542" y="6014986"/>
                  </a:lnTo>
                  <a:close/>
                </a:path>
                <a:path w="18288000" h="10287000">
                  <a:moveTo>
                    <a:pt x="10294137" y="5995835"/>
                  </a:moveTo>
                  <a:lnTo>
                    <a:pt x="10076967" y="6046851"/>
                  </a:lnTo>
                  <a:lnTo>
                    <a:pt x="10089680" y="6065990"/>
                  </a:lnTo>
                  <a:lnTo>
                    <a:pt x="10294137" y="5995835"/>
                  </a:lnTo>
                  <a:close/>
                </a:path>
                <a:path w="18288000" h="10287000">
                  <a:moveTo>
                    <a:pt x="10717187" y="5850826"/>
                  </a:moveTo>
                  <a:lnTo>
                    <a:pt x="10645750" y="5827103"/>
                  </a:lnTo>
                  <a:lnTo>
                    <a:pt x="10205695" y="5979414"/>
                  </a:lnTo>
                  <a:lnTo>
                    <a:pt x="10227551" y="5974410"/>
                  </a:lnTo>
                  <a:lnTo>
                    <a:pt x="10646474" y="5875109"/>
                  </a:lnTo>
                  <a:lnTo>
                    <a:pt x="10717187" y="5850826"/>
                  </a:lnTo>
                  <a:close/>
                </a:path>
                <a:path w="18288000" h="10287000">
                  <a:moveTo>
                    <a:pt x="10856493" y="7222845"/>
                  </a:moveTo>
                  <a:lnTo>
                    <a:pt x="10588320" y="6817373"/>
                  </a:lnTo>
                  <a:lnTo>
                    <a:pt x="10076967" y="6046851"/>
                  </a:lnTo>
                  <a:lnTo>
                    <a:pt x="10025964" y="6058852"/>
                  </a:lnTo>
                  <a:lnTo>
                    <a:pt x="9877234" y="6093142"/>
                  </a:lnTo>
                  <a:lnTo>
                    <a:pt x="9768649" y="6130709"/>
                  </a:lnTo>
                  <a:lnTo>
                    <a:pt x="9792792" y="6167856"/>
                  </a:lnTo>
                  <a:lnTo>
                    <a:pt x="10041585" y="6082601"/>
                  </a:lnTo>
                  <a:lnTo>
                    <a:pt x="10808919" y="7248144"/>
                  </a:lnTo>
                  <a:lnTo>
                    <a:pt x="10856493" y="7222845"/>
                  </a:lnTo>
                  <a:close/>
                </a:path>
                <a:path w="18288000" h="10287000">
                  <a:moveTo>
                    <a:pt x="10882490" y="2773578"/>
                  </a:moveTo>
                  <a:lnTo>
                    <a:pt x="10275557" y="2935173"/>
                  </a:lnTo>
                  <a:lnTo>
                    <a:pt x="9856368" y="3048330"/>
                  </a:lnTo>
                  <a:lnTo>
                    <a:pt x="9224429" y="3229064"/>
                  </a:lnTo>
                  <a:lnTo>
                    <a:pt x="9268435" y="3257499"/>
                  </a:lnTo>
                  <a:lnTo>
                    <a:pt x="9867227" y="3087903"/>
                  </a:lnTo>
                  <a:lnTo>
                    <a:pt x="10795610" y="2840825"/>
                  </a:lnTo>
                  <a:lnTo>
                    <a:pt x="10847642" y="2827591"/>
                  </a:lnTo>
                  <a:lnTo>
                    <a:pt x="10882490" y="2773578"/>
                  </a:lnTo>
                  <a:close/>
                </a:path>
                <a:path w="18288000" h="10287000">
                  <a:moveTo>
                    <a:pt x="11581727" y="2644991"/>
                  </a:moveTo>
                  <a:lnTo>
                    <a:pt x="11500853" y="2617559"/>
                  </a:lnTo>
                  <a:lnTo>
                    <a:pt x="10930928" y="2761297"/>
                  </a:lnTo>
                  <a:lnTo>
                    <a:pt x="10896359" y="2815437"/>
                  </a:lnTo>
                  <a:lnTo>
                    <a:pt x="11581727" y="2644991"/>
                  </a:lnTo>
                  <a:close/>
                </a:path>
                <a:path w="18288000" h="10287000">
                  <a:moveTo>
                    <a:pt x="11818049" y="8705748"/>
                  </a:moveTo>
                  <a:lnTo>
                    <a:pt x="10879925" y="7258571"/>
                  </a:lnTo>
                  <a:lnTo>
                    <a:pt x="10832351" y="7283856"/>
                  </a:lnTo>
                  <a:lnTo>
                    <a:pt x="11766893" y="8727186"/>
                  </a:lnTo>
                  <a:lnTo>
                    <a:pt x="11818049" y="8705748"/>
                  </a:lnTo>
                  <a:close/>
                </a:path>
                <a:path w="18288000" h="10287000">
                  <a:moveTo>
                    <a:pt x="12314111" y="462432"/>
                  </a:moveTo>
                  <a:lnTo>
                    <a:pt x="12313006" y="422059"/>
                  </a:lnTo>
                  <a:lnTo>
                    <a:pt x="12310770" y="341477"/>
                  </a:lnTo>
                  <a:lnTo>
                    <a:pt x="12309678" y="301269"/>
                  </a:lnTo>
                  <a:lnTo>
                    <a:pt x="12309272" y="289585"/>
                  </a:lnTo>
                  <a:lnTo>
                    <a:pt x="12308929" y="277888"/>
                  </a:lnTo>
                  <a:lnTo>
                    <a:pt x="12308624" y="266166"/>
                  </a:lnTo>
                  <a:lnTo>
                    <a:pt x="12308396" y="254406"/>
                  </a:lnTo>
                  <a:lnTo>
                    <a:pt x="12307456" y="223507"/>
                  </a:lnTo>
                  <a:lnTo>
                    <a:pt x="12305678" y="161709"/>
                  </a:lnTo>
                  <a:lnTo>
                    <a:pt x="12304840" y="131533"/>
                  </a:lnTo>
                  <a:lnTo>
                    <a:pt x="12302909" y="0"/>
                  </a:lnTo>
                  <a:lnTo>
                    <a:pt x="12275718" y="0"/>
                  </a:lnTo>
                  <a:lnTo>
                    <a:pt x="12277230" y="130962"/>
                  </a:lnTo>
                  <a:lnTo>
                    <a:pt x="12278944" y="196494"/>
                  </a:lnTo>
                  <a:lnTo>
                    <a:pt x="12279757" y="229044"/>
                  </a:lnTo>
                  <a:lnTo>
                    <a:pt x="12280532" y="261556"/>
                  </a:lnTo>
                  <a:lnTo>
                    <a:pt x="12281154" y="284911"/>
                  </a:lnTo>
                  <a:lnTo>
                    <a:pt x="12281433" y="296595"/>
                  </a:lnTo>
                  <a:lnTo>
                    <a:pt x="12281675" y="308267"/>
                  </a:lnTo>
                  <a:lnTo>
                    <a:pt x="12283021" y="358254"/>
                  </a:lnTo>
                  <a:lnTo>
                    <a:pt x="12284291" y="408355"/>
                  </a:lnTo>
                  <a:lnTo>
                    <a:pt x="12286818" y="508863"/>
                  </a:lnTo>
                  <a:lnTo>
                    <a:pt x="12293727" y="497217"/>
                  </a:lnTo>
                  <a:lnTo>
                    <a:pt x="12300572" y="485597"/>
                  </a:lnTo>
                  <a:lnTo>
                    <a:pt x="12314111" y="462432"/>
                  </a:lnTo>
                  <a:close/>
                </a:path>
                <a:path w="18288000" h="10287000">
                  <a:moveTo>
                    <a:pt x="12328385" y="911923"/>
                  </a:moveTo>
                  <a:lnTo>
                    <a:pt x="12320537" y="699109"/>
                  </a:lnTo>
                  <a:lnTo>
                    <a:pt x="12315673" y="515874"/>
                  </a:lnTo>
                  <a:lnTo>
                    <a:pt x="12288241" y="562305"/>
                  </a:lnTo>
                  <a:lnTo>
                    <a:pt x="12294667" y="806170"/>
                  </a:lnTo>
                  <a:lnTo>
                    <a:pt x="12298667" y="912774"/>
                  </a:lnTo>
                  <a:lnTo>
                    <a:pt x="12328385" y="911923"/>
                  </a:lnTo>
                  <a:close/>
                </a:path>
                <a:path w="18288000" h="10287000">
                  <a:moveTo>
                    <a:pt x="12357964" y="1562862"/>
                  </a:moveTo>
                  <a:lnTo>
                    <a:pt x="12351398" y="1439418"/>
                  </a:lnTo>
                  <a:lnTo>
                    <a:pt x="12330252" y="954354"/>
                  </a:lnTo>
                  <a:lnTo>
                    <a:pt x="12300534" y="955065"/>
                  </a:lnTo>
                  <a:lnTo>
                    <a:pt x="12320384" y="1440980"/>
                  </a:lnTo>
                  <a:lnTo>
                    <a:pt x="12325680" y="1549146"/>
                  </a:lnTo>
                  <a:lnTo>
                    <a:pt x="12357964" y="1562862"/>
                  </a:lnTo>
                  <a:close/>
                </a:path>
                <a:path w="18288000" h="10287000">
                  <a:moveTo>
                    <a:pt x="12397257" y="5274462"/>
                  </a:moveTo>
                  <a:lnTo>
                    <a:pt x="12340958" y="5240172"/>
                  </a:lnTo>
                  <a:lnTo>
                    <a:pt x="10724756" y="5799810"/>
                  </a:lnTo>
                  <a:lnTo>
                    <a:pt x="10796918" y="5823394"/>
                  </a:lnTo>
                  <a:lnTo>
                    <a:pt x="10985945" y="5758523"/>
                  </a:lnTo>
                  <a:lnTo>
                    <a:pt x="12397257" y="5274462"/>
                  </a:lnTo>
                  <a:close/>
                </a:path>
                <a:path w="18288000" h="10287000">
                  <a:moveTo>
                    <a:pt x="12412967" y="2401100"/>
                  </a:moveTo>
                  <a:lnTo>
                    <a:pt x="12396889" y="2198598"/>
                  </a:lnTo>
                  <a:lnTo>
                    <a:pt x="12361685" y="1622717"/>
                  </a:lnTo>
                  <a:lnTo>
                    <a:pt x="12329249" y="1609293"/>
                  </a:lnTo>
                  <a:lnTo>
                    <a:pt x="12330252" y="1627441"/>
                  </a:lnTo>
                  <a:lnTo>
                    <a:pt x="12363844" y="2200808"/>
                  </a:lnTo>
                  <a:lnTo>
                    <a:pt x="12379820" y="2408961"/>
                  </a:lnTo>
                  <a:lnTo>
                    <a:pt x="12412967" y="2401100"/>
                  </a:lnTo>
                  <a:close/>
                </a:path>
                <a:path w="18288000" h="10287000">
                  <a:moveTo>
                    <a:pt x="12701156" y="5170170"/>
                  </a:moveTo>
                  <a:lnTo>
                    <a:pt x="12692583" y="5118443"/>
                  </a:lnTo>
                  <a:lnTo>
                    <a:pt x="12393257" y="5222024"/>
                  </a:lnTo>
                  <a:lnTo>
                    <a:pt x="12449835" y="5256314"/>
                  </a:lnTo>
                  <a:lnTo>
                    <a:pt x="12701156" y="5170170"/>
                  </a:lnTo>
                  <a:close/>
                </a:path>
                <a:path w="18288000" h="10287000">
                  <a:moveTo>
                    <a:pt x="12793167" y="5463768"/>
                  </a:moveTo>
                  <a:lnTo>
                    <a:pt x="12779731" y="5389194"/>
                  </a:lnTo>
                  <a:lnTo>
                    <a:pt x="12739307" y="5399481"/>
                  </a:lnTo>
                  <a:lnTo>
                    <a:pt x="12745580" y="5435054"/>
                  </a:lnTo>
                  <a:lnTo>
                    <a:pt x="12793167" y="5463768"/>
                  </a:lnTo>
                  <a:close/>
                </a:path>
                <a:path w="18288000" h="10287000">
                  <a:moveTo>
                    <a:pt x="12815735" y="10280231"/>
                  </a:moveTo>
                  <a:lnTo>
                    <a:pt x="12759449" y="10190074"/>
                  </a:lnTo>
                  <a:lnTo>
                    <a:pt x="11841480" y="8742045"/>
                  </a:lnTo>
                  <a:lnTo>
                    <a:pt x="11838191" y="8737041"/>
                  </a:lnTo>
                  <a:lnTo>
                    <a:pt x="11787188" y="8758466"/>
                  </a:lnTo>
                  <a:lnTo>
                    <a:pt x="11790845" y="8764270"/>
                  </a:lnTo>
                  <a:lnTo>
                    <a:pt x="11794554" y="8770099"/>
                  </a:lnTo>
                  <a:lnTo>
                    <a:pt x="11798287" y="8775890"/>
                  </a:lnTo>
                  <a:lnTo>
                    <a:pt x="11802047" y="8781618"/>
                  </a:lnTo>
                  <a:lnTo>
                    <a:pt x="12712865" y="10219080"/>
                  </a:lnTo>
                  <a:lnTo>
                    <a:pt x="12755347" y="10287000"/>
                  </a:lnTo>
                  <a:lnTo>
                    <a:pt x="12808979" y="10287000"/>
                  </a:lnTo>
                  <a:lnTo>
                    <a:pt x="12815735" y="10280231"/>
                  </a:lnTo>
                  <a:close/>
                </a:path>
                <a:path w="18288000" h="10287000">
                  <a:moveTo>
                    <a:pt x="12929184" y="6183147"/>
                  </a:moveTo>
                  <a:lnTo>
                    <a:pt x="12839535" y="5720613"/>
                  </a:lnTo>
                  <a:lnTo>
                    <a:pt x="12822454" y="5626074"/>
                  </a:lnTo>
                  <a:lnTo>
                    <a:pt x="12803454" y="5520639"/>
                  </a:lnTo>
                  <a:lnTo>
                    <a:pt x="12755588" y="5491772"/>
                  </a:lnTo>
                  <a:lnTo>
                    <a:pt x="12806401" y="5775757"/>
                  </a:lnTo>
                  <a:lnTo>
                    <a:pt x="12888176" y="6202299"/>
                  </a:lnTo>
                  <a:lnTo>
                    <a:pt x="12929184" y="6183147"/>
                  </a:lnTo>
                  <a:close/>
                </a:path>
                <a:path w="18288000" h="10287000">
                  <a:moveTo>
                    <a:pt x="13005041" y="6546913"/>
                  </a:moveTo>
                  <a:lnTo>
                    <a:pt x="12937046" y="6221298"/>
                  </a:lnTo>
                  <a:lnTo>
                    <a:pt x="12896037" y="6240869"/>
                  </a:lnTo>
                  <a:lnTo>
                    <a:pt x="12955473" y="6530911"/>
                  </a:lnTo>
                  <a:lnTo>
                    <a:pt x="13005041" y="6546913"/>
                  </a:lnTo>
                  <a:close/>
                </a:path>
                <a:path w="18288000" h="10287000">
                  <a:moveTo>
                    <a:pt x="13350812" y="8037804"/>
                  </a:moveTo>
                  <a:lnTo>
                    <a:pt x="13202171" y="7426299"/>
                  </a:lnTo>
                  <a:lnTo>
                    <a:pt x="13164211" y="7263422"/>
                  </a:lnTo>
                  <a:lnTo>
                    <a:pt x="13029070" y="6659131"/>
                  </a:lnTo>
                  <a:lnTo>
                    <a:pt x="13018199" y="6608635"/>
                  </a:lnTo>
                  <a:lnTo>
                    <a:pt x="12968465" y="6592341"/>
                  </a:lnTo>
                  <a:lnTo>
                    <a:pt x="13119926" y="7283285"/>
                  </a:lnTo>
                  <a:lnTo>
                    <a:pt x="13292239" y="8010601"/>
                  </a:lnTo>
                  <a:lnTo>
                    <a:pt x="13304088" y="8058810"/>
                  </a:lnTo>
                  <a:lnTo>
                    <a:pt x="13350812" y="8037804"/>
                  </a:lnTo>
                  <a:close/>
                </a:path>
                <a:path w="18288000" h="10287000">
                  <a:moveTo>
                    <a:pt x="13696988" y="9362542"/>
                  </a:moveTo>
                  <a:lnTo>
                    <a:pt x="13437286" y="8380006"/>
                  </a:lnTo>
                  <a:lnTo>
                    <a:pt x="13359092" y="8071104"/>
                  </a:lnTo>
                  <a:lnTo>
                    <a:pt x="13312369" y="8092389"/>
                  </a:lnTo>
                  <a:lnTo>
                    <a:pt x="13525538" y="8929738"/>
                  </a:lnTo>
                  <a:lnTo>
                    <a:pt x="13653707" y="9410128"/>
                  </a:lnTo>
                  <a:lnTo>
                    <a:pt x="13696988" y="9362542"/>
                  </a:lnTo>
                  <a:close/>
                </a:path>
                <a:path w="18288000" h="10287000">
                  <a:moveTo>
                    <a:pt x="13951611" y="10287000"/>
                  </a:moveTo>
                  <a:lnTo>
                    <a:pt x="13711708" y="9416834"/>
                  </a:lnTo>
                  <a:lnTo>
                    <a:pt x="13668413" y="9464700"/>
                  </a:lnTo>
                  <a:lnTo>
                    <a:pt x="13895096" y="10287000"/>
                  </a:lnTo>
                  <a:lnTo>
                    <a:pt x="13951611" y="10287000"/>
                  </a:lnTo>
                  <a:close/>
                </a:path>
                <a:path w="18288000" h="10287000">
                  <a:moveTo>
                    <a:pt x="13973594" y="2127504"/>
                  </a:moveTo>
                  <a:lnTo>
                    <a:pt x="13838149" y="2098636"/>
                  </a:lnTo>
                  <a:lnTo>
                    <a:pt x="13638556" y="2137638"/>
                  </a:lnTo>
                  <a:lnTo>
                    <a:pt x="12615126" y="2354288"/>
                  </a:lnTo>
                  <a:lnTo>
                    <a:pt x="11678742" y="2572702"/>
                  </a:lnTo>
                  <a:lnTo>
                    <a:pt x="11574869" y="2598839"/>
                  </a:lnTo>
                  <a:lnTo>
                    <a:pt x="11656301" y="2626563"/>
                  </a:lnTo>
                  <a:lnTo>
                    <a:pt x="12383681" y="2458682"/>
                  </a:lnTo>
                  <a:lnTo>
                    <a:pt x="12416828" y="2886303"/>
                  </a:lnTo>
                  <a:lnTo>
                    <a:pt x="12453264" y="2898876"/>
                  </a:lnTo>
                  <a:lnTo>
                    <a:pt x="12416981" y="2450985"/>
                  </a:lnTo>
                  <a:lnTo>
                    <a:pt x="12579185" y="2413546"/>
                  </a:lnTo>
                  <a:lnTo>
                    <a:pt x="13556158" y="2208212"/>
                  </a:lnTo>
                  <a:lnTo>
                    <a:pt x="13973594" y="2127504"/>
                  </a:lnTo>
                  <a:close/>
                </a:path>
                <a:path w="18288000" h="10287000">
                  <a:moveTo>
                    <a:pt x="15066594" y="4291203"/>
                  </a:moveTo>
                  <a:lnTo>
                    <a:pt x="12731966" y="5104701"/>
                  </a:lnTo>
                  <a:lnTo>
                    <a:pt x="12700724" y="4916424"/>
                  </a:lnTo>
                  <a:lnTo>
                    <a:pt x="12598133" y="4208043"/>
                  </a:lnTo>
                  <a:lnTo>
                    <a:pt x="12520562" y="3567201"/>
                  </a:lnTo>
                  <a:lnTo>
                    <a:pt x="12504204" y="3414090"/>
                  </a:lnTo>
                  <a:lnTo>
                    <a:pt x="12457836" y="2945892"/>
                  </a:lnTo>
                  <a:lnTo>
                    <a:pt x="12421400" y="2933319"/>
                  </a:lnTo>
                  <a:lnTo>
                    <a:pt x="12436259" y="3086760"/>
                  </a:lnTo>
                  <a:lnTo>
                    <a:pt x="12478385" y="3520097"/>
                  </a:lnTo>
                  <a:lnTo>
                    <a:pt x="12573711" y="4312056"/>
                  </a:lnTo>
                  <a:lnTo>
                    <a:pt x="12660859" y="4922990"/>
                  </a:lnTo>
                  <a:lnTo>
                    <a:pt x="12732157" y="5359044"/>
                  </a:lnTo>
                  <a:lnTo>
                    <a:pt x="12772454" y="5348617"/>
                  </a:lnTo>
                  <a:lnTo>
                    <a:pt x="12740577" y="5156555"/>
                  </a:lnTo>
                  <a:lnTo>
                    <a:pt x="13052768" y="5049583"/>
                  </a:lnTo>
                  <a:lnTo>
                    <a:pt x="15060156" y="4351350"/>
                  </a:lnTo>
                  <a:lnTo>
                    <a:pt x="15066594" y="4291203"/>
                  </a:lnTo>
                  <a:close/>
                </a:path>
                <a:path w="18288000" h="10287000">
                  <a:moveTo>
                    <a:pt x="15316772" y="1890750"/>
                  </a:moveTo>
                  <a:lnTo>
                    <a:pt x="15311616" y="1836318"/>
                  </a:lnTo>
                  <a:lnTo>
                    <a:pt x="14738553" y="1932051"/>
                  </a:lnTo>
                  <a:lnTo>
                    <a:pt x="14092454" y="2049246"/>
                  </a:lnTo>
                  <a:lnTo>
                    <a:pt x="13944308" y="2077783"/>
                  </a:lnTo>
                  <a:lnTo>
                    <a:pt x="14083183" y="2106498"/>
                  </a:lnTo>
                  <a:lnTo>
                    <a:pt x="14747837" y="1985619"/>
                  </a:lnTo>
                  <a:lnTo>
                    <a:pt x="15316772" y="1890750"/>
                  </a:lnTo>
                  <a:close/>
                </a:path>
                <a:path w="18288000" h="10287000">
                  <a:moveTo>
                    <a:pt x="15401633" y="1822030"/>
                  </a:moveTo>
                  <a:lnTo>
                    <a:pt x="15344343" y="1831174"/>
                  </a:lnTo>
                  <a:lnTo>
                    <a:pt x="15349487" y="1885759"/>
                  </a:lnTo>
                  <a:lnTo>
                    <a:pt x="15391778" y="1879180"/>
                  </a:lnTo>
                  <a:lnTo>
                    <a:pt x="15401633" y="1822030"/>
                  </a:lnTo>
                  <a:close/>
                </a:path>
                <a:path w="18288000" h="10287000">
                  <a:moveTo>
                    <a:pt x="15464219" y="4207040"/>
                  </a:moveTo>
                  <a:lnTo>
                    <a:pt x="15462072" y="4149318"/>
                  </a:lnTo>
                  <a:lnTo>
                    <a:pt x="15111451" y="4275340"/>
                  </a:lnTo>
                  <a:lnTo>
                    <a:pt x="15105164" y="4335488"/>
                  </a:lnTo>
                  <a:lnTo>
                    <a:pt x="15464219" y="4207040"/>
                  </a:lnTo>
                  <a:close/>
                </a:path>
                <a:path w="18288000" h="10287000">
                  <a:moveTo>
                    <a:pt x="15722956" y="4113466"/>
                  </a:moveTo>
                  <a:lnTo>
                    <a:pt x="15643670" y="4083748"/>
                  </a:lnTo>
                  <a:lnTo>
                    <a:pt x="15500795" y="4135323"/>
                  </a:lnTo>
                  <a:lnTo>
                    <a:pt x="15503220" y="4193044"/>
                  </a:lnTo>
                  <a:lnTo>
                    <a:pt x="15722956" y="4113466"/>
                  </a:lnTo>
                  <a:close/>
                </a:path>
                <a:path w="18288000" h="10287000">
                  <a:moveTo>
                    <a:pt x="16098723" y="3916718"/>
                  </a:moveTo>
                  <a:lnTo>
                    <a:pt x="15716669" y="4057459"/>
                  </a:lnTo>
                  <a:lnTo>
                    <a:pt x="15795828" y="4086885"/>
                  </a:lnTo>
                  <a:lnTo>
                    <a:pt x="16098431" y="3975874"/>
                  </a:lnTo>
                  <a:lnTo>
                    <a:pt x="16098723" y="3916718"/>
                  </a:lnTo>
                  <a:close/>
                </a:path>
                <a:path w="18288000" h="10287000">
                  <a:moveTo>
                    <a:pt x="16107436" y="1715731"/>
                  </a:moveTo>
                  <a:lnTo>
                    <a:pt x="15438781" y="1816176"/>
                  </a:lnTo>
                  <a:lnTo>
                    <a:pt x="15429065" y="1873465"/>
                  </a:lnTo>
                  <a:lnTo>
                    <a:pt x="15925470" y="1796872"/>
                  </a:lnTo>
                  <a:lnTo>
                    <a:pt x="16083001" y="1774596"/>
                  </a:lnTo>
                  <a:lnTo>
                    <a:pt x="16107296" y="1771167"/>
                  </a:lnTo>
                  <a:lnTo>
                    <a:pt x="16107436" y="1715731"/>
                  </a:lnTo>
                  <a:close/>
                </a:path>
                <a:path w="18288000" h="10287000">
                  <a:moveTo>
                    <a:pt x="18255272" y="3075190"/>
                  </a:moveTo>
                  <a:lnTo>
                    <a:pt x="17833328" y="3249142"/>
                  </a:lnTo>
                  <a:lnTo>
                    <a:pt x="17437456" y="3406229"/>
                  </a:lnTo>
                  <a:lnTo>
                    <a:pt x="17108526" y="3535540"/>
                  </a:lnTo>
                  <a:lnTo>
                    <a:pt x="16495052" y="3770134"/>
                  </a:lnTo>
                  <a:lnTo>
                    <a:pt x="16137154" y="3902583"/>
                  </a:lnTo>
                  <a:lnTo>
                    <a:pt x="16137154" y="3961587"/>
                  </a:lnTo>
                  <a:lnTo>
                    <a:pt x="16944950" y="3656482"/>
                  </a:lnTo>
                  <a:lnTo>
                    <a:pt x="17811522" y="3313201"/>
                  </a:lnTo>
                  <a:lnTo>
                    <a:pt x="18213553" y="3145917"/>
                  </a:lnTo>
                  <a:lnTo>
                    <a:pt x="18255272" y="3075190"/>
                  </a:lnTo>
                  <a:close/>
                </a:path>
                <a:path w="18288000" h="10287000">
                  <a:moveTo>
                    <a:pt x="18287988" y="3079331"/>
                  </a:moveTo>
                  <a:lnTo>
                    <a:pt x="18260416" y="3126333"/>
                  </a:lnTo>
                  <a:lnTo>
                    <a:pt x="18287988" y="3114903"/>
                  </a:lnTo>
                  <a:lnTo>
                    <a:pt x="18287988" y="3079331"/>
                  </a:lnTo>
                  <a:close/>
                </a:path>
                <a:path w="18288000" h="10287000">
                  <a:moveTo>
                    <a:pt x="18287988" y="1459128"/>
                  </a:moveTo>
                  <a:lnTo>
                    <a:pt x="17602378" y="1528025"/>
                  </a:lnTo>
                  <a:lnTo>
                    <a:pt x="16954145" y="1602981"/>
                  </a:lnTo>
                  <a:lnTo>
                    <a:pt x="16345700" y="1682318"/>
                  </a:lnTo>
                  <a:lnTo>
                    <a:pt x="16139579" y="1711159"/>
                  </a:lnTo>
                  <a:lnTo>
                    <a:pt x="16139440" y="1766595"/>
                  </a:lnTo>
                  <a:lnTo>
                    <a:pt x="16498037" y="1716290"/>
                  </a:lnTo>
                  <a:lnTo>
                    <a:pt x="17107700" y="1637728"/>
                  </a:lnTo>
                  <a:lnTo>
                    <a:pt x="17777092" y="1560563"/>
                  </a:lnTo>
                  <a:lnTo>
                    <a:pt x="18287988" y="1507566"/>
                  </a:lnTo>
                  <a:lnTo>
                    <a:pt x="18287988" y="1459128"/>
                  </a:lnTo>
                  <a:close/>
                </a:path>
              </a:pathLst>
            </a:custGeom>
            <a:solidFill>
              <a:srgbClr val="00408C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9"/>
            <p:cNvSpPr/>
            <p:nvPr/>
          </p:nvSpPr>
          <p:spPr>
            <a:xfrm>
              <a:off x="0" y="11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766368" y="7732204"/>
                  </a:moveTo>
                  <a:lnTo>
                    <a:pt x="0" y="7830782"/>
                  </a:lnTo>
                  <a:lnTo>
                    <a:pt x="0" y="7844498"/>
                  </a:lnTo>
                  <a:lnTo>
                    <a:pt x="757948" y="7748918"/>
                  </a:lnTo>
                  <a:lnTo>
                    <a:pt x="766368" y="7732204"/>
                  </a:lnTo>
                  <a:close/>
                </a:path>
                <a:path w="18288000" h="10287000">
                  <a:moveTo>
                    <a:pt x="1196136" y="9340685"/>
                  </a:moveTo>
                  <a:lnTo>
                    <a:pt x="1146276" y="9276105"/>
                  </a:lnTo>
                  <a:lnTo>
                    <a:pt x="1106195" y="10287000"/>
                  </a:lnTo>
                  <a:lnTo>
                    <a:pt x="1159865" y="10287000"/>
                  </a:lnTo>
                  <a:lnTo>
                    <a:pt x="1196136" y="9340685"/>
                  </a:lnTo>
                  <a:close/>
                </a:path>
                <a:path w="18288000" h="10287000">
                  <a:moveTo>
                    <a:pt x="1258430" y="7683767"/>
                  </a:moveTo>
                  <a:lnTo>
                    <a:pt x="1210424" y="7690485"/>
                  </a:lnTo>
                  <a:lnTo>
                    <a:pt x="1148422" y="9220810"/>
                  </a:lnTo>
                  <a:lnTo>
                    <a:pt x="1198283" y="9284818"/>
                  </a:lnTo>
                  <a:lnTo>
                    <a:pt x="1205572" y="9094660"/>
                  </a:lnTo>
                  <a:lnTo>
                    <a:pt x="1258430" y="7683767"/>
                  </a:lnTo>
                  <a:close/>
                </a:path>
                <a:path w="18288000" h="10287000">
                  <a:moveTo>
                    <a:pt x="1303578" y="6471044"/>
                  </a:moveTo>
                  <a:lnTo>
                    <a:pt x="1261008" y="6446329"/>
                  </a:lnTo>
                  <a:lnTo>
                    <a:pt x="1249286" y="6734213"/>
                  </a:lnTo>
                  <a:lnTo>
                    <a:pt x="1297584" y="6630060"/>
                  </a:lnTo>
                  <a:lnTo>
                    <a:pt x="1303578" y="6471044"/>
                  </a:lnTo>
                  <a:close/>
                </a:path>
                <a:path w="18288000" h="10287000">
                  <a:moveTo>
                    <a:pt x="1350441" y="5217452"/>
                  </a:moveTo>
                  <a:lnTo>
                    <a:pt x="1311871" y="5193169"/>
                  </a:lnTo>
                  <a:lnTo>
                    <a:pt x="1262151" y="6419469"/>
                  </a:lnTo>
                  <a:lnTo>
                    <a:pt x="1304582" y="6444043"/>
                  </a:lnTo>
                  <a:lnTo>
                    <a:pt x="1324152" y="5922835"/>
                  </a:lnTo>
                  <a:lnTo>
                    <a:pt x="1350441" y="5217452"/>
                  </a:lnTo>
                  <a:close/>
                </a:path>
                <a:path w="18288000" h="10287000">
                  <a:moveTo>
                    <a:pt x="1394599" y="4037304"/>
                  </a:moveTo>
                  <a:lnTo>
                    <a:pt x="1359585" y="4017454"/>
                  </a:lnTo>
                  <a:lnTo>
                    <a:pt x="1312875" y="5171021"/>
                  </a:lnTo>
                  <a:lnTo>
                    <a:pt x="1351305" y="5195024"/>
                  </a:lnTo>
                  <a:lnTo>
                    <a:pt x="1369453" y="4708677"/>
                  </a:lnTo>
                  <a:lnTo>
                    <a:pt x="1394599" y="4037304"/>
                  </a:lnTo>
                  <a:close/>
                </a:path>
                <a:path w="18288000" h="10287000">
                  <a:moveTo>
                    <a:pt x="1441462" y="2783294"/>
                  </a:moveTo>
                  <a:lnTo>
                    <a:pt x="1410169" y="2773007"/>
                  </a:lnTo>
                  <a:lnTo>
                    <a:pt x="1360589" y="3995585"/>
                  </a:lnTo>
                  <a:lnTo>
                    <a:pt x="1395450" y="4015448"/>
                  </a:lnTo>
                  <a:lnTo>
                    <a:pt x="1441462" y="2783294"/>
                  </a:lnTo>
                  <a:close/>
                </a:path>
                <a:path w="18288000" h="10287000">
                  <a:moveTo>
                    <a:pt x="1505470" y="1072794"/>
                  </a:moveTo>
                  <a:lnTo>
                    <a:pt x="1479181" y="1072515"/>
                  </a:lnTo>
                  <a:lnTo>
                    <a:pt x="1463751" y="1453984"/>
                  </a:lnTo>
                  <a:lnTo>
                    <a:pt x="1490891" y="1463421"/>
                  </a:lnTo>
                  <a:lnTo>
                    <a:pt x="1505470" y="1072794"/>
                  </a:lnTo>
                  <a:close/>
                </a:path>
                <a:path w="18288000" h="10287000">
                  <a:moveTo>
                    <a:pt x="1545577" y="0"/>
                  </a:moveTo>
                  <a:lnTo>
                    <a:pt x="1522755" y="0"/>
                  </a:lnTo>
                  <a:lnTo>
                    <a:pt x="1516164" y="161912"/>
                  </a:lnTo>
                  <a:lnTo>
                    <a:pt x="1515681" y="174853"/>
                  </a:lnTo>
                  <a:lnTo>
                    <a:pt x="1479753" y="1058075"/>
                  </a:lnTo>
                  <a:lnTo>
                    <a:pt x="1506042" y="1058075"/>
                  </a:lnTo>
                  <a:lnTo>
                    <a:pt x="1538185" y="196824"/>
                  </a:lnTo>
                  <a:lnTo>
                    <a:pt x="1538490" y="189522"/>
                  </a:lnTo>
                  <a:lnTo>
                    <a:pt x="1538973" y="176517"/>
                  </a:lnTo>
                  <a:lnTo>
                    <a:pt x="1539328" y="167538"/>
                  </a:lnTo>
                  <a:lnTo>
                    <a:pt x="1545577" y="0"/>
                  </a:lnTo>
                  <a:close/>
                </a:path>
                <a:path w="18288000" h="10287000">
                  <a:moveTo>
                    <a:pt x="2068677" y="4420641"/>
                  </a:moveTo>
                  <a:lnTo>
                    <a:pt x="2012391" y="4388497"/>
                  </a:lnTo>
                  <a:lnTo>
                    <a:pt x="1611198" y="4588802"/>
                  </a:lnTo>
                  <a:lnTo>
                    <a:pt x="1369453" y="4708677"/>
                  </a:lnTo>
                  <a:lnTo>
                    <a:pt x="1367167" y="4770691"/>
                  </a:lnTo>
                  <a:lnTo>
                    <a:pt x="2068677" y="4420641"/>
                  </a:lnTo>
                  <a:close/>
                </a:path>
                <a:path w="18288000" h="10287000">
                  <a:moveTo>
                    <a:pt x="2313279" y="4237621"/>
                  </a:moveTo>
                  <a:lnTo>
                    <a:pt x="2034959" y="4377207"/>
                  </a:lnTo>
                  <a:lnTo>
                    <a:pt x="2091397" y="4409211"/>
                  </a:lnTo>
                  <a:lnTo>
                    <a:pt x="2284425" y="4312196"/>
                  </a:lnTo>
                  <a:lnTo>
                    <a:pt x="2313279" y="4237621"/>
                  </a:lnTo>
                  <a:close/>
                </a:path>
                <a:path w="18288000" h="10287000">
                  <a:moveTo>
                    <a:pt x="2708897" y="3174060"/>
                  </a:moveTo>
                  <a:lnTo>
                    <a:pt x="1442313" y="2759087"/>
                  </a:lnTo>
                  <a:lnTo>
                    <a:pt x="1490040" y="1483271"/>
                  </a:lnTo>
                  <a:lnTo>
                    <a:pt x="1462887" y="1473847"/>
                  </a:lnTo>
                  <a:lnTo>
                    <a:pt x="1411173" y="2748864"/>
                  </a:lnTo>
                  <a:lnTo>
                    <a:pt x="1415389" y="2750261"/>
                  </a:lnTo>
                  <a:lnTo>
                    <a:pt x="0" y="2286520"/>
                  </a:lnTo>
                  <a:lnTo>
                    <a:pt x="0" y="2306663"/>
                  </a:lnTo>
                  <a:lnTo>
                    <a:pt x="1441462" y="2783294"/>
                  </a:lnTo>
                  <a:lnTo>
                    <a:pt x="2699753" y="3199346"/>
                  </a:lnTo>
                  <a:lnTo>
                    <a:pt x="2708897" y="3174060"/>
                  </a:lnTo>
                  <a:close/>
                </a:path>
                <a:path w="18288000" h="10287000">
                  <a:moveTo>
                    <a:pt x="2957792" y="7435164"/>
                  </a:moveTo>
                  <a:lnTo>
                    <a:pt x="2929077" y="7418451"/>
                  </a:lnTo>
                  <a:lnTo>
                    <a:pt x="2222411" y="7528890"/>
                  </a:lnTo>
                  <a:lnTo>
                    <a:pt x="1259014" y="7666114"/>
                  </a:lnTo>
                  <a:lnTo>
                    <a:pt x="1294587" y="6712648"/>
                  </a:lnTo>
                  <a:lnTo>
                    <a:pt x="1246009" y="6816230"/>
                  </a:lnTo>
                  <a:lnTo>
                    <a:pt x="1212291" y="7641907"/>
                  </a:lnTo>
                  <a:lnTo>
                    <a:pt x="1211008" y="7672946"/>
                  </a:lnTo>
                  <a:lnTo>
                    <a:pt x="1073950" y="7692466"/>
                  </a:lnTo>
                  <a:lnTo>
                    <a:pt x="801382" y="7727632"/>
                  </a:lnTo>
                  <a:lnTo>
                    <a:pt x="792949" y="7744625"/>
                  </a:lnTo>
                  <a:lnTo>
                    <a:pt x="1030693" y="7714628"/>
                  </a:lnTo>
                  <a:lnTo>
                    <a:pt x="2225129" y="7547750"/>
                  </a:lnTo>
                  <a:lnTo>
                    <a:pt x="2957792" y="7435164"/>
                  </a:lnTo>
                  <a:close/>
                </a:path>
                <a:path w="18288000" h="10287000">
                  <a:moveTo>
                    <a:pt x="3778326" y="7279716"/>
                  </a:moveTo>
                  <a:lnTo>
                    <a:pt x="3273006" y="7364628"/>
                  </a:lnTo>
                  <a:lnTo>
                    <a:pt x="2973362" y="7411440"/>
                  </a:lnTo>
                  <a:lnTo>
                    <a:pt x="3002508" y="7428306"/>
                  </a:lnTo>
                  <a:lnTo>
                    <a:pt x="3416033" y="7363777"/>
                  </a:lnTo>
                  <a:lnTo>
                    <a:pt x="3544430" y="7342149"/>
                  </a:lnTo>
                  <a:lnTo>
                    <a:pt x="3763746" y="7305573"/>
                  </a:lnTo>
                  <a:lnTo>
                    <a:pt x="3778326" y="7279716"/>
                  </a:lnTo>
                  <a:close/>
                </a:path>
                <a:path w="18288000" h="10287000">
                  <a:moveTo>
                    <a:pt x="4256240" y="7223417"/>
                  </a:moveTo>
                  <a:lnTo>
                    <a:pt x="4230230" y="7203275"/>
                  </a:lnTo>
                  <a:lnTo>
                    <a:pt x="3847617" y="7268146"/>
                  </a:lnTo>
                  <a:lnTo>
                    <a:pt x="3832898" y="7294143"/>
                  </a:lnTo>
                  <a:lnTo>
                    <a:pt x="4256240" y="7223417"/>
                  </a:lnTo>
                  <a:close/>
                </a:path>
                <a:path w="18288000" h="10287000">
                  <a:moveTo>
                    <a:pt x="5714416" y="4158615"/>
                  </a:moveTo>
                  <a:lnTo>
                    <a:pt x="3768699" y="3521227"/>
                  </a:lnTo>
                  <a:lnTo>
                    <a:pt x="3810470" y="3534816"/>
                  </a:lnTo>
                  <a:lnTo>
                    <a:pt x="4875034" y="2988030"/>
                  </a:lnTo>
                  <a:lnTo>
                    <a:pt x="4826736" y="2960459"/>
                  </a:lnTo>
                  <a:lnTo>
                    <a:pt x="3744226" y="3513213"/>
                  </a:lnTo>
                  <a:lnTo>
                    <a:pt x="2747759" y="3186773"/>
                  </a:lnTo>
                  <a:lnTo>
                    <a:pt x="2738475" y="3212211"/>
                  </a:lnTo>
                  <a:lnTo>
                    <a:pt x="3346119" y="3413087"/>
                  </a:lnTo>
                  <a:lnTo>
                    <a:pt x="3706533" y="3532289"/>
                  </a:lnTo>
                  <a:lnTo>
                    <a:pt x="2364435" y="4211904"/>
                  </a:lnTo>
                  <a:lnTo>
                    <a:pt x="2335288" y="4286478"/>
                  </a:lnTo>
                  <a:lnTo>
                    <a:pt x="3772751" y="3554247"/>
                  </a:lnTo>
                  <a:lnTo>
                    <a:pt x="3731653" y="3540595"/>
                  </a:lnTo>
                  <a:lnTo>
                    <a:pt x="5693842" y="4189476"/>
                  </a:lnTo>
                  <a:lnTo>
                    <a:pt x="5714416" y="4158615"/>
                  </a:lnTo>
                  <a:close/>
                </a:path>
                <a:path w="18288000" h="10287000">
                  <a:moveTo>
                    <a:pt x="6331064" y="6844373"/>
                  </a:moveTo>
                  <a:lnTo>
                    <a:pt x="6292786" y="6822516"/>
                  </a:lnTo>
                  <a:lnTo>
                    <a:pt x="5192522" y="7031469"/>
                  </a:lnTo>
                  <a:lnTo>
                    <a:pt x="4272521" y="7195985"/>
                  </a:lnTo>
                  <a:lnTo>
                    <a:pt x="4298810" y="7216140"/>
                  </a:lnTo>
                  <a:lnTo>
                    <a:pt x="5261508" y="7045680"/>
                  </a:lnTo>
                  <a:lnTo>
                    <a:pt x="5571922" y="6989559"/>
                  </a:lnTo>
                  <a:lnTo>
                    <a:pt x="6331064" y="6844373"/>
                  </a:lnTo>
                  <a:close/>
                </a:path>
                <a:path w="18288000" h="10287000">
                  <a:moveTo>
                    <a:pt x="6978434" y="1913763"/>
                  </a:moveTo>
                  <a:lnTo>
                    <a:pt x="6955866" y="1878901"/>
                  </a:lnTo>
                  <a:lnTo>
                    <a:pt x="4858169" y="2944457"/>
                  </a:lnTo>
                  <a:lnTo>
                    <a:pt x="4906175" y="2972028"/>
                  </a:lnTo>
                  <a:lnTo>
                    <a:pt x="5257647" y="2791434"/>
                  </a:lnTo>
                  <a:lnTo>
                    <a:pt x="6978434" y="1913763"/>
                  </a:lnTo>
                  <a:close/>
                </a:path>
                <a:path w="18288000" h="10287000">
                  <a:moveTo>
                    <a:pt x="7084301" y="1860181"/>
                  </a:moveTo>
                  <a:lnTo>
                    <a:pt x="7045160" y="1834032"/>
                  </a:lnTo>
                  <a:lnTo>
                    <a:pt x="6982727" y="1865325"/>
                  </a:lnTo>
                  <a:lnTo>
                    <a:pt x="7005434" y="1900047"/>
                  </a:lnTo>
                  <a:lnTo>
                    <a:pt x="7084301" y="1860181"/>
                  </a:lnTo>
                  <a:close/>
                </a:path>
                <a:path w="18288000" h="10287000">
                  <a:moveTo>
                    <a:pt x="7252614" y="4704969"/>
                  </a:moveTo>
                  <a:lnTo>
                    <a:pt x="7179894" y="4638675"/>
                  </a:lnTo>
                  <a:lnTo>
                    <a:pt x="6192342" y="4315206"/>
                  </a:lnTo>
                  <a:lnTo>
                    <a:pt x="5759716" y="4173474"/>
                  </a:lnTo>
                  <a:lnTo>
                    <a:pt x="5738990" y="4204335"/>
                  </a:lnTo>
                  <a:lnTo>
                    <a:pt x="7252614" y="4704969"/>
                  </a:lnTo>
                  <a:close/>
                </a:path>
                <a:path w="18288000" h="10287000">
                  <a:moveTo>
                    <a:pt x="7583233" y="1564855"/>
                  </a:moveTo>
                  <a:lnTo>
                    <a:pt x="7076592" y="1818170"/>
                  </a:lnTo>
                  <a:lnTo>
                    <a:pt x="7115886" y="1844319"/>
                  </a:lnTo>
                  <a:lnTo>
                    <a:pt x="7527506" y="1637296"/>
                  </a:lnTo>
                  <a:lnTo>
                    <a:pt x="7583233" y="1564855"/>
                  </a:lnTo>
                  <a:close/>
                </a:path>
                <a:path w="18288000" h="10287000">
                  <a:moveTo>
                    <a:pt x="7941551" y="1430985"/>
                  </a:moveTo>
                  <a:lnTo>
                    <a:pt x="7888262" y="1413548"/>
                  </a:lnTo>
                  <a:lnTo>
                    <a:pt x="7657808" y="1527848"/>
                  </a:lnTo>
                  <a:lnTo>
                    <a:pt x="7602944" y="1599717"/>
                  </a:lnTo>
                  <a:lnTo>
                    <a:pt x="7941551" y="1430985"/>
                  </a:lnTo>
                  <a:close/>
                </a:path>
                <a:path w="18288000" h="10287000">
                  <a:moveTo>
                    <a:pt x="8293608" y="6410033"/>
                  </a:moveTo>
                  <a:lnTo>
                    <a:pt x="6340361" y="6813232"/>
                  </a:lnTo>
                  <a:lnTo>
                    <a:pt x="6379083" y="6835229"/>
                  </a:lnTo>
                  <a:lnTo>
                    <a:pt x="6476149" y="6816788"/>
                  </a:lnTo>
                  <a:lnTo>
                    <a:pt x="7685100" y="6573202"/>
                  </a:lnTo>
                  <a:lnTo>
                    <a:pt x="7685240" y="6573050"/>
                  </a:lnTo>
                  <a:lnTo>
                    <a:pt x="8284311" y="6445326"/>
                  </a:lnTo>
                  <a:lnTo>
                    <a:pt x="8286648" y="6436512"/>
                  </a:lnTo>
                  <a:lnTo>
                    <a:pt x="8291271" y="6418847"/>
                  </a:lnTo>
                  <a:lnTo>
                    <a:pt x="8293608" y="6410033"/>
                  </a:lnTo>
                  <a:close/>
                </a:path>
                <a:path w="18288000" h="10287000">
                  <a:moveTo>
                    <a:pt x="8556917" y="6353175"/>
                  </a:moveTo>
                  <a:lnTo>
                    <a:pt x="8341461" y="6399746"/>
                  </a:lnTo>
                  <a:lnTo>
                    <a:pt x="8332178" y="6435039"/>
                  </a:lnTo>
                  <a:lnTo>
                    <a:pt x="8531492" y="6392456"/>
                  </a:lnTo>
                  <a:lnTo>
                    <a:pt x="8554352" y="6357315"/>
                  </a:lnTo>
                  <a:lnTo>
                    <a:pt x="8556917" y="6353175"/>
                  </a:lnTo>
                  <a:close/>
                </a:path>
                <a:path w="18288000" h="10287000">
                  <a:moveTo>
                    <a:pt x="8635936" y="5115725"/>
                  </a:moveTo>
                  <a:lnTo>
                    <a:pt x="7263333" y="4666107"/>
                  </a:lnTo>
                  <a:lnTo>
                    <a:pt x="7337196" y="4732820"/>
                  </a:lnTo>
                  <a:lnTo>
                    <a:pt x="8624646" y="5158587"/>
                  </a:lnTo>
                  <a:lnTo>
                    <a:pt x="8635936" y="5115725"/>
                  </a:lnTo>
                  <a:close/>
                </a:path>
                <a:path w="18288000" h="10287000">
                  <a:moveTo>
                    <a:pt x="8822804" y="6329743"/>
                  </a:moveTo>
                  <a:lnTo>
                    <a:pt x="8798242" y="6300736"/>
                  </a:lnTo>
                  <a:lnTo>
                    <a:pt x="8617788" y="6340170"/>
                  </a:lnTo>
                  <a:lnTo>
                    <a:pt x="8592210" y="6379464"/>
                  </a:lnTo>
                  <a:lnTo>
                    <a:pt x="8822804" y="6329743"/>
                  </a:lnTo>
                  <a:close/>
                </a:path>
                <a:path w="18288000" h="10287000">
                  <a:moveTo>
                    <a:pt x="9209862" y="5349760"/>
                  </a:moveTo>
                  <a:lnTo>
                    <a:pt x="9171711" y="5291175"/>
                  </a:lnTo>
                  <a:lnTo>
                    <a:pt x="8673363" y="5128018"/>
                  </a:lnTo>
                  <a:lnTo>
                    <a:pt x="8662225" y="5171021"/>
                  </a:lnTo>
                  <a:lnTo>
                    <a:pt x="9208579" y="5351754"/>
                  </a:lnTo>
                  <a:lnTo>
                    <a:pt x="9209862" y="5349760"/>
                  </a:lnTo>
                  <a:close/>
                </a:path>
                <a:path w="18288000" h="10287000">
                  <a:moveTo>
                    <a:pt x="9234576" y="5311749"/>
                  </a:moveTo>
                  <a:lnTo>
                    <a:pt x="9234145" y="5311610"/>
                  </a:lnTo>
                  <a:lnTo>
                    <a:pt x="9233865" y="5311470"/>
                  </a:lnTo>
                  <a:lnTo>
                    <a:pt x="9233433" y="5311470"/>
                  </a:lnTo>
                  <a:lnTo>
                    <a:pt x="9233725" y="5311749"/>
                  </a:lnTo>
                  <a:lnTo>
                    <a:pt x="9233865" y="5312041"/>
                  </a:lnTo>
                  <a:lnTo>
                    <a:pt x="9234145" y="5312473"/>
                  </a:lnTo>
                  <a:lnTo>
                    <a:pt x="9234284" y="5312181"/>
                  </a:lnTo>
                  <a:lnTo>
                    <a:pt x="9234437" y="5312041"/>
                  </a:lnTo>
                  <a:lnTo>
                    <a:pt x="9234576" y="5311749"/>
                  </a:lnTo>
                  <a:close/>
                </a:path>
                <a:path w="18288000" h="10287000">
                  <a:moveTo>
                    <a:pt x="9716211" y="6129566"/>
                  </a:moveTo>
                  <a:lnTo>
                    <a:pt x="9695777" y="6098133"/>
                  </a:lnTo>
                  <a:lnTo>
                    <a:pt x="8843531" y="6290881"/>
                  </a:lnTo>
                  <a:lnTo>
                    <a:pt x="8868245" y="6319736"/>
                  </a:lnTo>
                  <a:lnTo>
                    <a:pt x="9046273" y="6279870"/>
                  </a:lnTo>
                  <a:lnTo>
                    <a:pt x="9716211" y="6129566"/>
                  </a:lnTo>
                  <a:close/>
                </a:path>
                <a:path w="18288000" h="10287000">
                  <a:moveTo>
                    <a:pt x="9867367" y="458724"/>
                  </a:moveTo>
                  <a:lnTo>
                    <a:pt x="8738946" y="997077"/>
                  </a:lnTo>
                  <a:lnTo>
                    <a:pt x="8827529" y="995502"/>
                  </a:lnTo>
                  <a:lnTo>
                    <a:pt x="9558757" y="643597"/>
                  </a:lnTo>
                  <a:lnTo>
                    <a:pt x="9855657" y="502869"/>
                  </a:lnTo>
                  <a:lnTo>
                    <a:pt x="9867367" y="458724"/>
                  </a:lnTo>
                  <a:close/>
                </a:path>
                <a:path w="18288000" h="10287000">
                  <a:moveTo>
                    <a:pt x="10089401" y="393141"/>
                  </a:moveTo>
                  <a:lnTo>
                    <a:pt x="10054819" y="370992"/>
                  </a:lnTo>
                  <a:lnTo>
                    <a:pt x="9895662" y="445427"/>
                  </a:lnTo>
                  <a:lnTo>
                    <a:pt x="9884232" y="489432"/>
                  </a:lnTo>
                  <a:lnTo>
                    <a:pt x="10089401" y="393141"/>
                  </a:lnTo>
                  <a:close/>
                </a:path>
                <a:path w="18288000" h="10287000">
                  <a:moveTo>
                    <a:pt x="10797908" y="5877395"/>
                  </a:moveTo>
                  <a:lnTo>
                    <a:pt x="10730332" y="5855106"/>
                  </a:lnTo>
                  <a:lnTo>
                    <a:pt x="9740633" y="6087846"/>
                  </a:lnTo>
                  <a:lnTo>
                    <a:pt x="9761207" y="6119431"/>
                  </a:lnTo>
                  <a:lnTo>
                    <a:pt x="9877234" y="6093142"/>
                  </a:lnTo>
                  <a:lnTo>
                    <a:pt x="10797908" y="5877395"/>
                  </a:lnTo>
                  <a:close/>
                </a:path>
                <a:path w="18288000" h="10287000">
                  <a:moveTo>
                    <a:pt x="10940313" y="0"/>
                  </a:moveTo>
                  <a:lnTo>
                    <a:pt x="10861281" y="0"/>
                  </a:lnTo>
                  <a:lnTo>
                    <a:pt x="10112540" y="344271"/>
                  </a:lnTo>
                  <a:lnTo>
                    <a:pt x="10147122" y="366141"/>
                  </a:lnTo>
                  <a:lnTo>
                    <a:pt x="10940313" y="0"/>
                  </a:lnTo>
                  <a:close/>
                </a:path>
                <a:path w="18288000" h="10287000">
                  <a:moveTo>
                    <a:pt x="12510986" y="6385458"/>
                  </a:moveTo>
                  <a:lnTo>
                    <a:pt x="9274873" y="5325046"/>
                  </a:lnTo>
                  <a:lnTo>
                    <a:pt x="9258719" y="5350040"/>
                  </a:lnTo>
                  <a:lnTo>
                    <a:pt x="9273870" y="5373332"/>
                  </a:lnTo>
                  <a:lnTo>
                    <a:pt x="12440831" y="6419888"/>
                  </a:lnTo>
                  <a:lnTo>
                    <a:pt x="12510986" y="6385458"/>
                  </a:lnTo>
                  <a:close/>
                </a:path>
                <a:path w="18288000" h="10287000">
                  <a:moveTo>
                    <a:pt x="12643142" y="5424055"/>
                  </a:moveTo>
                  <a:lnTo>
                    <a:pt x="12594146" y="5394337"/>
                  </a:lnTo>
                  <a:lnTo>
                    <a:pt x="10825201" y="5832678"/>
                  </a:lnTo>
                  <a:lnTo>
                    <a:pt x="10893501" y="5854966"/>
                  </a:lnTo>
                  <a:lnTo>
                    <a:pt x="11037659" y="5821108"/>
                  </a:lnTo>
                  <a:lnTo>
                    <a:pt x="12643142" y="5424055"/>
                  </a:lnTo>
                  <a:close/>
                </a:path>
                <a:path w="18288000" h="10287000">
                  <a:moveTo>
                    <a:pt x="14708696" y="8267408"/>
                  </a:moveTo>
                  <a:lnTo>
                    <a:pt x="14643684" y="8346135"/>
                  </a:lnTo>
                  <a:lnTo>
                    <a:pt x="14638515" y="8385403"/>
                  </a:lnTo>
                  <a:lnTo>
                    <a:pt x="14634147" y="8418182"/>
                  </a:lnTo>
                  <a:lnTo>
                    <a:pt x="14629727" y="8450885"/>
                  </a:lnTo>
                  <a:lnTo>
                    <a:pt x="14625257" y="8483575"/>
                  </a:lnTo>
                  <a:lnTo>
                    <a:pt x="14623491" y="8497291"/>
                  </a:lnTo>
                  <a:lnTo>
                    <a:pt x="14621663" y="8510994"/>
                  </a:lnTo>
                  <a:lnTo>
                    <a:pt x="14617967" y="8538299"/>
                  </a:lnTo>
                  <a:lnTo>
                    <a:pt x="14615440" y="8556777"/>
                  </a:lnTo>
                  <a:lnTo>
                    <a:pt x="14608112" y="8612162"/>
                  </a:lnTo>
                  <a:lnTo>
                    <a:pt x="14600987" y="8665477"/>
                  </a:lnTo>
                  <a:lnTo>
                    <a:pt x="14593583" y="8718626"/>
                  </a:lnTo>
                  <a:lnTo>
                    <a:pt x="14585937" y="8771636"/>
                  </a:lnTo>
                  <a:lnTo>
                    <a:pt x="14578127" y="8824506"/>
                  </a:lnTo>
                  <a:lnTo>
                    <a:pt x="14570202" y="8877287"/>
                  </a:lnTo>
                  <a:lnTo>
                    <a:pt x="14554238" y="8982532"/>
                  </a:lnTo>
                  <a:lnTo>
                    <a:pt x="14546326" y="9035047"/>
                  </a:lnTo>
                  <a:lnTo>
                    <a:pt x="14531518" y="9134627"/>
                  </a:lnTo>
                  <a:lnTo>
                    <a:pt x="14524127" y="9181541"/>
                  </a:lnTo>
                  <a:lnTo>
                    <a:pt x="14516481" y="9228290"/>
                  </a:lnTo>
                  <a:lnTo>
                    <a:pt x="14500949" y="9321394"/>
                  </a:lnTo>
                  <a:lnTo>
                    <a:pt x="14485519" y="9414116"/>
                  </a:lnTo>
                  <a:lnTo>
                    <a:pt x="14470088" y="9506433"/>
                  </a:lnTo>
                  <a:lnTo>
                    <a:pt x="14462379" y="9552432"/>
                  </a:lnTo>
                  <a:lnTo>
                    <a:pt x="14453426" y="9603397"/>
                  </a:lnTo>
                  <a:lnTo>
                    <a:pt x="14444320" y="9654210"/>
                  </a:lnTo>
                  <a:lnTo>
                    <a:pt x="14435100" y="9704857"/>
                  </a:lnTo>
                  <a:lnTo>
                    <a:pt x="14425803" y="9755365"/>
                  </a:lnTo>
                  <a:lnTo>
                    <a:pt x="14416456" y="9805721"/>
                  </a:lnTo>
                  <a:lnTo>
                    <a:pt x="14397787" y="9906063"/>
                  </a:lnTo>
                  <a:lnTo>
                    <a:pt x="14388516" y="9956038"/>
                  </a:lnTo>
                  <a:lnTo>
                    <a:pt x="14379359" y="10005911"/>
                  </a:lnTo>
                  <a:lnTo>
                    <a:pt x="14322565" y="10287000"/>
                  </a:lnTo>
                  <a:lnTo>
                    <a:pt x="14378521" y="10287000"/>
                  </a:lnTo>
                  <a:lnTo>
                    <a:pt x="14393151" y="10216578"/>
                  </a:lnTo>
                  <a:lnTo>
                    <a:pt x="14403121" y="10167772"/>
                  </a:lnTo>
                  <a:lnTo>
                    <a:pt x="14412976" y="10118788"/>
                  </a:lnTo>
                  <a:lnTo>
                    <a:pt x="14422742" y="10069652"/>
                  </a:lnTo>
                  <a:lnTo>
                    <a:pt x="14432407" y="10020363"/>
                  </a:lnTo>
                  <a:lnTo>
                    <a:pt x="14441970" y="9970897"/>
                  </a:lnTo>
                  <a:lnTo>
                    <a:pt x="14451444" y="9921291"/>
                  </a:lnTo>
                  <a:lnTo>
                    <a:pt x="14460817" y="9871532"/>
                  </a:lnTo>
                  <a:lnTo>
                    <a:pt x="14470088" y="9821608"/>
                  </a:lnTo>
                  <a:lnTo>
                    <a:pt x="14479270" y="9771545"/>
                  </a:lnTo>
                  <a:lnTo>
                    <a:pt x="14488363" y="9721342"/>
                  </a:lnTo>
                  <a:lnTo>
                    <a:pt x="14497368" y="9670986"/>
                  </a:lnTo>
                  <a:lnTo>
                    <a:pt x="14506270" y="9620479"/>
                  </a:lnTo>
                  <a:lnTo>
                    <a:pt x="14515097" y="9569844"/>
                  </a:lnTo>
                  <a:lnTo>
                    <a:pt x="14523822" y="9519056"/>
                  </a:lnTo>
                  <a:lnTo>
                    <a:pt x="14532470" y="9468142"/>
                  </a:lnTo>
                  <a:lnTo>
                    <a:pt x="14541030" y="9417088"/>
                  </a:lnTo>
                  <a:lnTo>
                    <a:pt x="14549501" y="9365894"/>
                  </a:lnTo>
                  <a:lnTo>
                    <a:pt x="14557883" y="9314586"/>
                  </a:lnTo>
                  <a:lnTo>
                    <a:pt x="14566189" y="9263139"/>
                  </a:lnTo>
                  <a:lnTo>
                    <a:pt x="14574406" y="9211564"/>
                  </a:lnTo>
                  <a:lnTo>
                    <a:pt x="14582547" y="9159862"/>
                  </a:lnTo>
                  <a:lnTo>
                    <a:pt x="14590598" y="9108046"/>
                  </a:lnTo>
                  <a:lnTo>
                    <a:pt x="14598587" y="9056103"/>
                  </a:lnTo>
                  <a:lnTo>
                    <a:pt x="14606486" y="9004033"/>
                  </a:lnTo>
                  <a:lnTo>
                    <a:pt x="14614309" y="8951862"/>
                  </a:lnTo>
                  <a:lnTo>
                    <a:pt x="14622056" y="8899563"/>
                  </a:lnTo>
                  <a:lnTo>
                    <a:pt x="14629727" y="8847163"/>
                  </a:lnTo>
                  <a:lnTo>
                    <a:pt x="14637322" y="8794648"/>
                  </a:lnTo>
                  <a:lnTo>
                    <a:pt x="14644853" y="8742020"/>
                  </a:lnTo>
                  <a:lnTo>
                    <a:pt x="14652308" y="8689289"/>
                  </a:lnTo>
                  <a:lnTo>
                    <a:pt x="14659686" y="8636457"/>
                  </a:lnTo>
                  <a:lnTo>
                    <a:pt x="14660398" y="8630742"/>
                  </a:lnTo>
                  <a:lnTo>
                    <a:pt x="14662112" y="8619592"/>
                  </a:lnTo>
                  <a:lnTo>
                    <a:pt x="14663369" y="8610270"/>
                  </a:lnTo>
                  <a:lnTo>
                    <a:pt x="14665846" y="8591626"/>
                  </a:lnTo>
                  <a:lnTo>
                    <a:pt x="14673733" y="8533930"/>
                  </a:lnTo>
                  <a:lnTo>
                    <a:pt x="14680298" y="8485441"/>
                  </a:lnTo>
                  <a:lnTo>
                    <a:pt x="14686801" y="8436839"/>
                  </a:lnTo>
                  <a:lnTo>
                    <a:pt x="14693265" y="8388134"/>
                  </a:lnTo>
                  <a:lnTo>
                    <a:pt x="14694027" y="8381606"/>
                  </a:lnTo>
                  <a:lnTo>
                    <a:pt x="14694853" y="8375066"/>
                  </a:lnTo>
                  <a:lnTo>
                    <a:pt x="14699628" y="8338375"/>
                  </a:lnTo>
                  <a:lnTo>
                    <a:pt x="14702676" y="8314703"/>
                  </a:lnTo>
                  <a:lnTo>
                    <a:pt x="14708696" y="8267408"/>
                  </a:lnTo>
                  <a:close/>
                </a:path>
                <a:path w="18288000" h="10287000">
                  <a:moveTo>
                    <a:pt x="14812125" y="7387590"/>
                  </a:moveTo>
                  <a:lnTo>
                    <a:pt x="14754555" y="7415441"/>
                  </a:lnTo>
                  <a:lnTo>
                    <a:pt x="14672717" y="8116798"/>
                  </a:lnTo>
                  <a:lnTo>
                    <a:pt x="14653971" y="8265122"/>
                  </a:lnTo>
                  <a:lnTo>
                    <a:pt x="14718983" y="8186826"/>
                  </a:lnTo>
                  <a:lnTo>
                    <a:pt x="14795602" y="7538834"/>
                  </a:lnTo>
                  <a:lnTo>
                    <a:pt x="14812125" y="7387590"/>
                  </a:lnTo>
                  <a:close/>
                </a:path>
                <a:path w="18288000" h="10287000">
                  <a:moveTo>
                    <a:pt x="14833842" y="7181697"/>
                  </a:moveTo>
                  <a:lnTo>
                    <a:pt x="14781556" y="7165988"/>
                  </a:lnTo>
                  <a:lnTo>
                    <a:pt x="14758696" y="7378865"/>
                  </a:lnTo>
                  <a:lnTo>
                    <a:pt x="14815985" y="7351293"/>
                  </a:lnTo>
                  <a:lnTo>
                    <a:pt x="14833842" y="7181697"/>
                  </a:lnTo>
                  <a:close/>
                </a:path>
                <a:path w="18288000" h="10287000">
                  <a:moveTo>
                    <a:pt x="15017153" y="5247170"/>
                  </a:moveTo>
                  <a:lnTo>
                    <a:pt x="14968436" y="5269458"/>
                  </a:lnTo>
                  <a:lnTo>
                    <a:pt x="14834565" y="6654203"/>
                  </a:lnTo>
                  <a:lnTo>
                    <a:pt x="14883854" y="6681927"/>
                  </a:lnTo>
                  <a:lnTo>
                    <a:pt x="15017153" y="5247170"/>
                  </a:lnTo>
                  <a:close/>
                </a:path>
                <a:path w="18288000" h="10287000">
                  <a:moveTo>
                    <a:pt x="15019300" y="4752543"/>
                  </a:moveTo>
                  <a:lnTo>
                    <a:pt x="12932207" y="5307584"/>
                  </a:lnTo>
                  <a:lnTo>
                    <a:pt x="12652858" y="5379339"/>
                  </a:lnTo>
                  <a:lnTo>
                    <a:pt x="12702146" y="5409057"/>
                  </a:lnTo>
                  <a:lnTo>
                    <a:pt x="12779731" y="5389194"/>
                  </a:lnTo>
                  <a:lnTo>
                    <a:pt x="14475790" y="4946929"/>
                  </a:lnTo>
                  <a:lnTo>
                    <a:pt x="15014296" y="4801260"/>
                  </a:lnTo>
                  <a:lnTo>
                    <a:pt x="15019300" y="4752543"/>
                  </a:lnTo>
                  <a:close/>
                </a:path>
                <a:path w="18288000" h="10287000">
                  <a:moveTo>
                    <a:pt x="15111883" y="7207275"/>
                  </a:moveTo>
                  <a:lnTo>
                    <a:pt x="14839722" y="7125284"/>
                  </a:lnTo>
                  <a:lnTo>
                    <a:pt x="14878571" y="6735508"/>
                  </a:lnTo>
                  <a:lnTo>
                    <a:pt x="14829130" y="6707505"/>
                  </a:lnTo>
                  <a:lnTo>
                    <a:pt x="14787563" y="7109574"/>
                  </a:lnTo>
                  <a:lnTo>
                    <a:pt x="14524812" y="7030402"/>
                  </a:lnTo>
                  <a:lnTo>
                    <a:pt x="12955473" y="6530911"/>
                  </a:lnTo>
                  <a:lnTo>
                    <a:pt x="12563424" y="6402743"/>
                  </a:lnTo>
                  <a:lnTo>
                    <a:pt x="12493562" y="6437185"/>
                  </a:lnTo>
                  <a:lnTo>
                    <a:pt x="13018199" y="6608635"/>
                  </a:lnTo>
                  <a:lnTo>
                    <a:pt x="14311008" y="7021512"/>
                  </a:lnTo>
                  <a:lnTo>
                    <a:pt x="14987854" y="7227697"/>
                  </a:lnTo>
                  <a:lnTo>
                    <a:pt x="15039023" y="7242848"/>
                  </a:lnTo>
                  <a:lnTo>
                    <a:pt x="15111883" y="7207275"/>
                  </a:lnTo>
                  <a:close/>
                </a:path>
                <a:path w="18288000" h="10287000">
                  <a:moveTo>
                    <a:pt x="15347341" y="2239226"/>
                  </a:moveTo>
                  <a:lnTo>
                    <a:pt x="15342057" y="2174506"/>
                  </a:lnTo>
                  <a:lnTo>
                    <a:pt x="15331478" y="2239086"/>
                  </a:lnTo>
                  <a:lnTo>
                    <a:pt x="15342057" y="2239086"/>
                  </a:lnTo>
                  <a:lnTo>
                    <a:pt x="15347341" y="2239226"/>
                  </a:lnTo>
                  <a:close/>
                </a:path>
                <a:path w="18288000" h="10287000">
                  <a:moveTo>
                    <a:pt x="15354630" y="2330526"/>
                  </a:moveTo>
                  <a:lnTo>
                    <a:pt x="15349487" y="2266950"/>
                  </a:lnTo>
                  <a:lnTo>
                    <a:pt x="15326906" y="2267521"/>
                  </a:lnTo>
                  <a:lnTo>
                    <a:pt x="15285187" y="2539263"/>
                  </a:lnTo>
                  <a:lnTo>
                    <a:pt x="15200859" y="3146069"/>
                  </a:lnTo>
                  <a:lnTo>
                    <a:pt x="15116455" y="3836708"/>
                  </a:lnTo>
                  <a:lnTo>
                    <a:pt x="15156752" y="3851427"/>
                  </a:lnTo>
                  <a:lnTo>
                    <a:pt x="15230412" y="3227260"/>
                  </a:lnTo>
                  <a:lnTo>
                    <a:pt x="15298687" y="2713685"/>
                  </a:lnTo>
                  <a:lnTo>
                    <a:pt x="15346426" y="2384082"/>
                  </a:lnTo>
                  <a:lnTo>
                    <a:pt x="15354630" y="2330526"/>
                  </a:lnTo>
                  <a:close/>
                </a:path>
                <a:path w="18288000" h="10287000">
                  <a:moveTo>
                    <a:pt x="15426068" y="7299147"/>
                  </a:moveTo>
                  <a:lnTo>
                    <a:pt x="15155317" y="7219988"/>
                  </a:lnTo>
                  <a:lnTo>
                    <a:pt x="15082304" y="7255853"/>
                  </a:lnTo>
                  <a:lnTo>
                    <a:pt x="15390203" y="7345299"/>
                  </a:lnTo>
                  <a:lnTo>
                    <a:pt x="15426068" y="7299147"/>
                  </a:lnTo>
                  <a:close/>
                </a:path>
                <a:path w="18288000" h="10287000">
                  <a:moveTo>
                    <a:pt x="15473502" y="7313003"/>
                  </a:moveTo>
                  <a:lnTo>
                    <a:pt x="15469934" y="7311999"/>
                  </a:lnTo>
                  <a:lnTo>
                    <a:pt x="15468207" y="7311428"/>
                  </a:lnTo>
                  <a:lnTo>
                    <a:pt x="15432774" y="7357440"/>
                  </a:lnTo>
                  <a:lnTo>
                    <a:pt x="15471496" y="7368438"/>
                  </a:lnTo>
                  <a:lnTo>
                    <a:pt x="15473502" y="7313003"/>
                  </a:lnTo>
                  <a:close/>
                </a:path>
                <a:path w="18288000" h="10287000">
                  <a:moveTo>
                    <a:pt x="15480780" y="4673536"/>
                  </a:moveTo>
                  <a:lnTo>
                    <a:pt x="15479929" y="4625378"/>
                  </a:lnTo>
                  <a:lnTo>
                    <a:pt x="15232190" y="4693818"/>
                  </a:lnTo>
                  <a:lnTo>
                    <a:pt x="15066671" y="4739602"/>
                  </a:lnTo>
                  <a:lnTo>
                    <a:pt x="15122373" y="4169930"/>
                  </a:lnTo>
                  <a:lnTo>
                    <a:pt x="15151176" y="3901579"/>
                  </a:lnTo>
                  <a:lnTo>
                    <a:pt x="15110879" y="3886581"/>
                  </a:lnTo>
                  <a:lnTo>
                    <a:pt x="15106599" y="3924719"/>
                  </a:lnTo>
                  <a:lnTo>
                    <a:pt x="14972145" y="5231600"/>
                  </a:lnTo>
                  <a:lnTo>
                    <a:pt x="15020735" y="5209451"/>
                  </a:lnTo>
                  <a:lnTo>
                    <a:pt x="15061908" y="4788332"/>
                  </a:lnTo>
                  <a:lnTo>
                    <a:pt x="15480780" y="4673536"/>
                  </a:lnTo>
                  <a:close/>
                </a:path>
                <a:path w="18288000" h="10287000">
                  <a:moveTo>
                    <a:pt x="15626093" y="852055"/>
                  </a:moveTo>
                  <a:lnTo>
                    <a:pt x="15508199" y="1257173"/>
                  </a:lnTo>
                  <a:lnTo>
                    <a:pt x="15439060" y="1615465"/>
                  </a:lnTo>
                  <a:lnTo>
                    <a:pt x="15391778" y="1879180"/>
                  </a:lnTo>
                  <a:lnTo>
                    <a:pt x="15364054" y="2039340"/>
                  </a:lnTo>
                  <a:lnTo>
                    <a:pt x="15377198" y="2186787"/>
                  </a:lnTo>
                  <a:lnTo>
                    <a:pt x="15438781" y="1816176"/>
                  </a:lnTo>
                  <a:lnTo>
                    <a:pt x="15503970" y="1457274"/>
                  </a:lnTo>
                  <a:lnTo>
                    <a:pt x="15573680" y="1102575"/>
                  </a:lnTo>
                  <a:lnTo>
                    <a:pt x="15626093" y="852055"/>
                  </a:lnTo>
                  <a:close/>
                </a:path>
                <a:path w="18288000" h="10287000">
                  <a:moveTo>
                    <a:pt x="15823934" y="0"/>
                  </a:moveTo>
                  <a:lnTo>
                    <a:pt x="15792984" y="0"/>
                  </a:lnTo>
                  <a:lnTo>
                    <a:pt x="15701379" y="373202"/>
                  </a:lnTo>
                  <a:lnTo>
                    <a:pt x="15628354" y="689902"/>
                  </a:lnTo>
                  <a:lnTo>
                    <a:pt x="15603665" y="801331"/>
                  </a:lnTo>
                  <a:lnTo>
                    <a:pt x="15637231" y="800049"/>
                  </a:lnTo>
                  <a:lnTo>
                    <a:pt x="15718676" y="436041"/>
                  </a:lnTo>
                  <a:lnTo>
                    <a:pt x="15823934" y="0"/>
                  </a:lnTo>
                  <a:close/>
                </a:path>
                <a:path w="18288000" h="10287000">
                  <a:moveTo>
                    <a:pt x="16133585" y="7551890"/>
                  </a:moveTo>
                  <a:lnTo>
                    <a:pt x="16084004" y="7538466"/>
                  </a:lnTo>
                  <a:lnTo>
                    <a:pt x="16082010" y="8008848"/>
                  </a:lnTo>
                  <a:lnTo>
                    <a:pt x="16081439" y="8164970"/>
                  </a:lnTo>
                  <a:lnTo>
                    <a:pt x="16074708" y="10287000"/>
                  </a:lnTo>
                  <a:lnTo>
                    <a:pt x="16129013" y="10287000"/>
                  </a:lnTo>
                  <a:lnTo>
                    <a:pt x="16133013" y="8165109"/>
                  </a:lnTo>
                  <a:lnTo>
                    <a:pt x="16133471" y="7705636"/>
                  </a:lnTo>
                  <a:lnTo>
                    <a:pt x="16133585" y="7551890"/>
                  </a:lnTo>
                  <a:close/>
                </a:path>
                <a:path w="18288000" h="10287000">
                  <a:moveTo>
                    <a:pt x="16134296" y="6724497"/>
                  </a:moveTo>
                  <a:lnTo>
                    <a:pt x="16087154" y="6748932"/>
                  </a:lnTo>
                  <a:lnTo>
                    <a:pt x="16084715" y="7344727"/>
                  </a:lnTo>
                  <a:lnTo>
                    <a:pt x="16133725" y="7371156"/>
                  </a:lnTo>
                  <a:lnTo>
                    <a:pt x="16134296" y="6724497"/>
                  </a:lnTo>
                  <a:close/>
                </a:path>
                <a:path w="18288000" h="10287000">
                  <a:moveTo>
                    <a:pt x="16134728" y="6411887"/>
                  </a:moveTo>
                  <a:lnTo>
                    <a:pt x="16088297" y="6475895"/>
                  </a:lnTo>
                  <a:lnTo>
                    <a:pt x="16087433" y="6716649"/>
                  </a:lnTo>
                  <a:lnTo>
                    <a:pt x="16134436" y="6692074"/>
                  </a:lnTo>
                  <a:lnTo>
                    <a:pt x="16134728" y="6411887"/>
                  </a:lnTo>
                  <a:close/>
                </a:path>
                <a:path w="18288000" h="10287000">
                  <a:moveTo>
                    <a:pt x="16136303" y="4742116"/>
                  </a:moveTo>
                  <a:lnTo>
                    <a:pt x="16095294" y="4760404"/>
                  </a:lnTo>
                  <a:lnTo>
                    <a:pt x="16092437" y="5482628"/>
                  </a:lnTo>
                  <a:lnTo>
                    <a:pt x="16088576" y="6409601"/>
                  </a:lnTo>
                  <a:lnTo>
                    <a:pt x="16134728" y="6345745"/>
                  </a:lnTo>
                  <a:lnTo>
                    <a:pt x="16136303" y="4742116"/>
                  </a:lnTo>
                  <a:close/>
                </a:path>
                <a:path w="18288000" h="10287000">
                  <a:moveTo>
                    <a:pt x="16136582" y="4491647"/>
                  </a:moveTo>
                  <a:lnTo>
                    <a:pt x="16096298" y="4502937"/>
                  </a:lnTo>
                  <a:lnTo>
                    <a:pt x="16095434" y="4726965"/>
                  </a:lnTo>
                  <a:lnTo>
                    <a:pt x="16136442" y="4708817"/>
                  </a:lnTo>
                  <a:lnTo>
                    <a:pt x="16136582" y="4491647"/>
                  </a:lnTo>
                  <a:close/>
                </a:path>
                <a:path w="18288000" h="10287000">
                  <a:moveTo>
                    <a:pt x="16139008" y="2204504"/>
                  </a:moveTo>
                  <a:lnTo>
                    <a:pt x="16105442" y="2209508"/>
                  </a:lnTo>
                  <a:lnTo>
                    <a:pt x="16102864" y="2883306"/>
                  </a:lnTo>
                  <a:lnTo>
                    <a:pt x="16097580" y="4200042"/>
                  </a:lnTo>
                  <a:lnTo>
                    <a:pt x="16136862" y="4214901"/>
                  </a:lnTo>
                  <a:lnTo>
                    <a:pt x="16139008" y="2204504"/>
                  </a:lnTo>
                  <a:close/>
                </a:path>
                <a:path w="18288000" h="10287000">
                  <a:moveTo>
                    <a:pt x="16140443" y="833767"/>
                  </a:moveTo>
                  <a:lnTo>
                    <a:pt x="16111004" y="834910"/>
                  </a:lnTo>
                  <a:lnTo>
                    <a:pt x="16107296" y="1771167"/>
                  </a:lnTo>
                  <a:lnTo>
                    <a:pt x="16105581" y="2194941"/>
                  </a:lnTo>
                  <a:lnTo>
                    <a:pt x="16139008" y="2190648"/>
                  </a:lnTo>
                  <a:lnTo>
                    <a:pt x="16140443" y="833767"/>
                  </a:lnTo>
                  <a:close/>
                </a:path>
                <a:path w="18288000" h="10287000">
                  <a:moveTo>
                    <a:pt x="16141307" y="0"/>
                  </a:moveTo>
                  <a:lnTo>
                    <a:pt x="16114370" y="0"/>
                  </a:lnTo>
                  <a:lnTo>
                    <a:pt x="16111157" y="781761"/>
                  </a:lnTo>
                  <a:lnTo>
                    <a:pt x="16140443" y="780618"/>
                  </a:lnTo>
                  <a:lnTo>
                    <a:pt x="16141307" y="0"/>
                  </a:lnTo>
                  <a:close/>
                </a:path>
                <a:path w="18288000" h="10287000">
                  <a:moveTo>
                    <a:pt x="16471341" y="4397781"/>
                  </a:moveTo>
                  <a:lnTo>
                    <a:pt x="16395332" y="4368355"/>
                  </a:lnTo>
                  <a:lnTo>
                    <a:pt x="16136722" y="4440974"/>
                  </a:lnTo>
                  <a:lnTo>
                    <a:pt x="16136862" y="4269625"/>
                  </a:lnTo>
                  <a:lnTo>
                    <a:pt x="16097288" y="4254627"/>
                  </a:lnTo>
                  <a:lnTo>
                    <a:pt x="16096577" y="4452239"/>
                  </a:lnTo>
                  <a:lnTo>
                    <a:pt x="15520073" y="4614100"/>
                  </a:lnTo>
                  <a:lnTo>
                    <a:pt x="15521216" y="4662386"/>
                  </a:lnTo>
                  <a:lnTo>
                    <a:pt x="16136582" y="4491647"/>
                  </a:lnTo>
                  <a:lnTo>
                    <a:pt x="16471341" y="4397781"/>
                  </a:lnTo>
                  <a:close/>
                </a:path>
                <a:path w="18288000" h="10287000">
                  <a:moveTo>
                    <a:pt x="16574923" y="7667472"/>
                  </a:moveTo>
                  <a:lnTo>
                    <a:pt x="16389617" y="7568755"/>
                  </a:lnTo>
                  <a:lnTo>
                    <a:pt x="16133725" y="7498702"/>
                  </a:lnTo>
                  <a:lnTo>
                    <a:pt x="16133725" y="7431164"/>
                  </a:lnTo>
                  <a:lnTo>
                    <a:pt x="16084576" y="7404443"/>
                  </a:lnTo>
                  <a:lnTo>
                    <a:pt x="16084144" y="7485126"/>
                  </a:lnTo>
                  <a:lnTo>
                    <a:pt x="15830334" y="7415631"/>
                  </a:lnTo>
                  <a:lnTo>
                    <a:pt x="15522080" y="7327290"/>
                  </a:lnTo>
                  <a:lnTo>
                    <a:pt x="15520226" y="7382294"/>
                  </a:lnTo>
                  <a:lnTo>
                    <a:pt x="16084004" y="7538466"/>
                  </a:lnTo>
                  <a:lnTo>
                    <a:pt x="16574923" y="7667472"/>
                  </a:lnTo>
                  <a:close/>
                </a:path>
                <a:path w="18288000" h="10287000">
                  <a:moveTo>
                    <a:pt x="17189285" y="7772209"/>
                  </a:moveTo>
                  <a:lnTo>
                    <a:pt x="16663975" y="7640637"/>
                  </a:lnTo>
                  <a:lnTo>
                    <a:pt x="16615359" y="7628039"/>
                  </a:lnTo>
                  <a:lnTo>
                    <a:pt x="16795661" y="7723340"/>
                  </a:lnTo>
                  <a:lnTo>
                    <a:pt x="17174566" y="7815643"/>
                  </a:lnTo>
                  <a:lnTo>
                    <a:pt x="17189285" y="7772209"/>
                  </a:lnTo>
                  <a:close/>
                </a:path>
                <a:path w="18288000" h="10287000">
                  <a:moveTo>
                    <a:pt x="17701489" y="3992448"/>
                  </a:moveTo>
                  <a:lnTo>
                    <a:pt x="16478339" y="4344632"/>
                  </a:lnTo>
                  <a:lnTo>
                    <a:pt x="16555200" y="4374210"/>
                  </a:lnTo>
                  <a:lnTo>
                    <a:pt x="17564329" y="4086745"/>
                  </a:lnTo>
                  <a:lnTo>
                    <a:pt x="17671199" y="4041025"/>
                  </a:lnTo>
                  <a:lnTo>
                    <a:pt x="17701489" y="3992448"/>
                  </a:lnTo>
                  <a:close/>
                </a:path>
                <a:path w="18288000" h="10287000">
                  <a:moveTo>
                    <a:pt x="17973663" y="3912438"/>
                  </a:moveTo>
                  <a:lnTo>
                    <a:pt x="17746790" y="3979164"/>
                  </a:lnTo>
                  <a:lnTo>
                    <a:pt x="17722063" y="4019448"/>
                  </a:lnTo>
                  <a:lnTo>
                    <a:pt x="17973663" y="3912438"/>
                  </a:lnTo>
                  <a:close/>
                </a:path>
                <a:path w="18288000" h="10287000">
                  <a:moveTo>
                    <a:pt x="18287988" y="8016811"/>
                  </a:moveTo>
                  <a:lnTo>
                    <a:pt x="18144833" y="7987792"/>
                  </a:lnTo>
                  <a:lnTo>
                    <a:pt x="18127256" y="7983804"/>
                  </a:lnTo>
                  <a:lnTo>
                    <a:pt x="17660201" y="7882788"/>
                  </a:lnTo>
                  <a:lnTo>
                    <a:pt x="17233291" y="7782776"/>
                  </a:lnTo>
                  <a:lnTo>
                    <a:pt x="17218724" y="7826070"/>
                  </a:lnTo>
                  <a:lnTo>
                    <a:pt x="17650778" y="7925371"/>
                  </a:lnTo>
                  <a:lnTo>
                    <a:pt x="18287988" y="8057528"/>
                  </a:lnTo>
                  <a:lnTo>
                    <a:pt x="18287988" y="8016811"/>
                  </a:lnTo>
                  <a:close/>
                </a:path>
                <a:path w="18288000" h="10287000">
                  <a:moveTo>
                    <a:pt x="18287988" y="3819715"/>
                  </a:moveTo>
                  <a:lnTo>
                    <a:pt x="18187556" y="3849433"/>
                  </a:lnTo>
                  <a:lnTo>
                    <a:pt x="17955095" y="3948442"/>
                  </a:lnTo>
                  <a:lnTo>
                    <a:pt x="17774933" y="4025595"/>
                  </a:lnTo>
                  <a:lnTo>
                    <a:pt x="18287988" y="3875722"/>
                  </a:lnTo>
                  <a:lnTo>
                    <a:pt x="18287988" y="3819715"/>
                  </a:lnTo>
                  <a:close/>
                </a:path>
              </a:pathLst>
            </a:custGeom>
            <a:solidFill>
              <a:srgbClr val="00408C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0"/>
            <p:cNvSpPr/>
            <p:nvPr/>
          </p:nvSpPr>
          <p:spPr>
            <a:xfrm>
              <a:off x="0" y="11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436613" y="8374710"/>
                  </a:moveTo>
                  <a:lnTo>
                    <a:pt x="259880" y="8180476"/>
                  </a:lnTo>
                  <a:lnTo>
                    <a:pt x="228739" y="8146961"/>
                  </a:lnTo>
                  <a:lnTo>
                    <a:pt x="110693" y="8024038"/>
                  </a:lnTo>
                  <a:lnTo>
                    <a:pt x="0" y="7912506"/>
                  </a:lnTo>
                  <a:lnTo>
                    <a:pt x="0" y="7955369"/>
                  </a:lnTo>
                  <a:lnTo>
                    <a:pt x="109207" y="8067116"/>
                  </a:lnTo>
                  <a:lnTo>
                    <a:pt x="217424" y="8181200"/>
                  </a:lnTo>
                  <a:lnTo>
                    <a:pt x="324573" y="8297646"/>
                  </a:lnTo>
                  <a:lnTo>
                    <a:pt x="420763" y="8404860"/>
                  </a:lnTo>
                  <a:lnTo>
                    <a:pt x="436613" y="8374710"/>
                  </a:lnTo>
                  <a:close/>
                </a:path>
                <a:path w="18288000" h="10287000">
                  <a:moveTo>
                    <a:pt x="1367015" y="6480327"/>
                  </a:moveTo>
                  <a:lnTo>
                    <a:pt x="0" y="5687796"/>
                  </a:lnTo>
                  <a:lnTo>
                    <a:pt x="0" y="5711380"/>
                  </a:lnTo>
                  <a:lnTo>
                    <a:pt x="753795" y="6150572"/>
                  </a:lnTo>
                  <a:lnTo>
                    <a:pt x="1356880" y="6502184"/>
                  </a:lnTo>
                  <a:lnTo>
                    <a:pt x="1367015" y="6480327"/>
                  </a:lnTo>
                  <a:close/>
                </a:path>
                <a:path w="18288000" h="10287000">
                  <a:moveTo>
                    <a:pt x="1935340" y="10287000"/>
                  </a:moveTo>
                  <a:lnTo>
                    <a:pt x="1662112" y="9903625"/>
                  </a:lnTo>
                  <a:lnTo>
                    <a:pt x="1421079" y="9576422"/>
                  </a:lnTo>
                  <a:lnTo>
                    <a:pt x="1230350" y="9326080"/>
                  </a:lnTo>
                  <a:lnTo>
                    <a:pt x="1049858" y="9096959"/>
                  </a:lnTo>
                  <a:lnTo>
                    <a:pt x="887387" y="8897125"/>
                  </a:lnTo>
                  <a:lnTo>
                    <a:pt x="723061" y="8701214"/>
                  </a:lnTo>
                  <a:lnTo>
                    <a:pt x="556907" y="8509432"/>
                  </a:lnTo>
                  <a:lnTo>
                    <a:pt x="456336" y="8396427"/>
                  </a:lnTo>
                  <a:lnTo>
                    <a:pt x="440194" y="8426717"/>
                  </a:lnTo>
                  <a:lnTo>
                    <a:pt x="602310" y="8611489"/>
                  </a:lnTo>
                  <a:lnTo>
                    <a:pt x="762685" y="8800249"/>
                  </a:lnTo>
                  <a:lnTo>
                    <a:pt x="921270" y="8992832"/>
                  </a:lnTo>
                  <a:lnTo>
                    <a:pt x="1196136" y="9340685"/>
                  </a:lnTo>
                  <a:lnTo>
                    <a:pt x="1375930" y="9577641"/>
                  </a:lnTo>
                  <a:lnTo>
                    <a:pt x="1603146" y="9887179"/>
                  </a:lnTo>
                  <a:lnTo>
                    <a:pt x="1886940" y="10287000"/>
                  </a:lnTo>
                  <a:lnTo>
                    <a:pt x="1935340" y="10287000"/>
                  </a:lnTo>
                  <a:close/>
                </a:path>
                <a:path w="18288000" h="10287000">
                  <a:moveTo>
                    <a:pt x="2218410" y="4481080"/>
                  </a:moveTo>
                  <a:lnTo>
                    <a:pt x="0" y="3225927"/>
                  </a:lnTo>
                  <a:lnTo>
                    <a:pt x="0" y="3244215"/>
                  </a:lnTo>
                  <a:lnTo>
                    <a:pt x="1101559" y="3870579"/>
                  </a:lnTo>
                  <a:lnTo>
                    <a:pt x="2210409" y="4501223"/>
                  </a:lnTo>
                  <a:lnTo>
                    <a:pt x="2218410" y="4481080"/>
                  </a:lnTo>
                  <a:close/>
                </a:path>
                <a:path w="18288000" h="10287000">
                  <a:moveTo>
                    <a:pt x="2708897" y="3174060"/>
                  </a:moveTo>
                  <a:lnTo>
                    <a:pt x="0" y="2286520"/>
                  </a:lnTo>
                  <a:lnTo>
                    <a:pt x="0" y="2306663"/>
                  </a:lnTo>
                  <a:lnTo>
                    <a:pt x="1441462" y="2783294"/>
                  </a:lnTo>
                  <a:lnTo>
                    <a:pt x="2699753" y="3199346"/>
                  </a:lnTo>
                  <a:lnTo>
                    <a:pt x="2708897" y="3174060"/>
                  </a:lnTo>
                  <a:close/>
                </a:path>
                <a:path w="18288000" h="10287000">
                  <a:moveTo>
                    <a:pt x="3557155" y="7784490"/>
                  </a:moveTo>
                  <a:lnTo>
                    <a:pt x="3510000" y="7757058"/>
                  </a:lnTo>
                  <a:lnTo>
                    <a:pt x="3139097" y="8425434"/>
                  </a:lnTo>
                  <a:lnTo>
                    <a:pt x="3130118" y="8441436"/>
                  </a:lnTo>
                  <a:lnTo>
                    <a:pt x="3125660" y="8449412"/>
                  </a:lnTo>
                  <a:lnTo>
                    <a:pt x="3121241" y="8457438"/>
                  </a:lnTo>
                  <a:lnTo>
                    <a:pt x="2970466" y="8726830"/>
                  </a:lnTo>
                  <a:lnTo>
                    <a:pt x="2845511" y="8947899"/>
                  </a:lnTo>
                  <a:lnTo>
                    <a:pt x="2745892" y="9122232"/>
                  </a:lnTo>
                  <a:lnTo>
                    <a:pt x="2671330" y="9251391"/>
                  </a:lnTo>
                  <a:lnTo>
                    <a:pt x="2618892" y="9341256"/>
                  </a:lnTo>
                  <a:lnTo>
                    <a:pt x="2566390" y="9430372"/>
                  </a:lnTo>
                  <a:lnTo>
                    <a:pt x="2513800" y="9518701"/>
                  </a:lnTo>
                  <a:lnTo>
                    <a:pt x="2461133" y="9606229"/>
                  </a:lnTo>
                  <a:lnTo>
                    <a:pt x="2408377" y="9692945"/>
                  </a:lnTo>
                  <a:lnTo>
                    <a:pt x="2355532" y="9778822"/>
                  </a:lnTo>
                  <a:lnTo>
                    <a:pt x="2302586" y="9863849"/>
                  </a:lnTo>
                  <a:lnTo>
                    <a:pt x="2249563" y="9947999"/>
                  </a:lnTo>
                  <a:lnTo>
                    <a:pt x="2196439" y="10031247"/>
                  </a:lnTo>
                  <a:lnTo>
                    <a:pt x="2169845" y="10072535"/>
                  </a:lnTo>
                  <a:lnTo>
                    <a:pt x="2143226" y="10113594"/>
                  </a:lnTo>
                  <a:lnTo>
                    <a:pt x="2116569" y="10154412"/>
                  </a:lnTo>
                  <a:lnTo>
                    <a:pt x="2089899" y="10195001"/>
                  </a:lnTo>
                  <a:lnTo>
                    <a:pt x="2063203" y="10235349"/>
                  </a:lnTo>
                  <a:lnTo>
                    <a:pt x="2036483" y="10275468"/>
                  </a:lnTo>
                  <a:lnTo>
                    <a:pt x="2028748" y="10287000"/>
                  </a:lnTo>
                  <a:lnTo>
                    <a:pt x="2084870" y="10287000"/>
                  </a:lnTo>
                  <a:lnTo>
                    <a:pt x="2120798" y="10233495"/>
                  </a:lnTo>
                  <a:lnTo>
                    <a:pt x="2148154" y="10192410"/>
                  </a:lnTo>
                  <a:lnTo>
                    <a:pt x="2175472" y="10151085"/>
                  </a:lnTo>
                  <a:lnTo>
                    <a:pt x="2202777" y="10109530"/>
                  </a:lnTo>
                  <a:lnTo>
                    <a:pt x="2230043" y="10067734"/>
                  </a:lnTo>
                  <a:lnTo>
                    <a:pt x="2284514" y="9983445"/>
                  </a:lnTo>
                  <a:lnTo>
                    <a:pt x="2338882" y="9898253"/>
                  </a:lnTo>
                  <a:lnTo>
                    <a:pt x="2393137" y="9812172"/>
                  </a:lnTo>
                  <a:lnTo>
                    <a:pt x="2447302" y="9725203"/>
                  </a:lnTo>
                  <a:lnTo>
                    <a:pt x="2501379" y="9637395"/>
                  </a:lnTo>
                  <a:lnTo>
                    <a:pt x="2555354" y="9548736"/>
                  </a:lnTo>
                  <a:lnTo>
                    <a:pt x="2609240" y="9459277"/>
                  </a:lnTo>
                  <a:lnTo>
                    <a:pt x="2663037" y="9369006"/>
                  </a:lnTo>
                  <a:lnTo>
                    <a:pt x="2742196" y="9234741"/>
                  </a:lnTo>
                  <a:lnTo>
                    <a:pt x="2792996" y="9147797"/>
                  </a:lnTo>
                  <a:lnTo>
                    <a:pt x="2843733" y="9060193"/>
                  </a:lnTo>
                  <a:lnTo>
                    <a:pt x="2894419" y="8971966"/>
                  </a:lnTo>
                  <a:lnTo>
                    <a:pt x="2970403" y="8838501"/>
                  </a:lnTo>
                  <a:lnTo>
                    <a:pt x="3046412" y="8703767"/>
                  </a:lnTo>
                  <a:lnTo>
                    <a:pt x="3147936" y="8522310"/>
                  </a:lnTo>
                  <a:lnTo>
                    <a:pt x="3557155" y="7784490"/>
                  </a:lnTo>
                  <a:close/>
                </a:path>
                <a:path w="18288000" h="10287000">
                  <a:moveTo>
                    <a:pt x="5046345" y="460717"/>
                  </a:moveTo>
                  <a:lnTo>
                    <a:pt x="4359973" y="0"/>
                  </a:lnTo>
                  <a:lnTo>
                    <a:pt x="4318330" y="0"/>
                  </a:lnTo>
                  <a:lnTo>
                    <a:pt x="4959616" y="432854"/>
                  </a:lnTo>
                  <a:lnTo>
                    <a:pt x="5046345" y="460717"/>
                  </a:lnTo>
                  <a:close/>
                </a:path>
                <a:path w="18288000" h="10287000">
                  <a:moveTo>
                    <a:pt x="5908726" y="1038796"/>
                  </a:moveTo>
                  <a:lnTo>
                    <a:pt x="5135346" y="520446"/>
                  </a:lnTo>
                  <a:lnTo>
                    <a:pt x="5047056" y="492010"/>
                  </a:lnTo>
                  <a:lnTo>
                    <a:pt x="5859577" y="1039368"/>
                  </a:lnTo>
                  <a:lnTo>
                    <a:pt x="5908726" y="1038796"/>
                  </a:lnTo>
                  <a:close/>
                </a:path>
                <a:path w="18288000" h="10287000">
                  <a:moveTo>
                    <a:pt x="6528244" y="9472130"/>
                  </a:moveTo>
                  <a:lnTo>
                    <a:pt x="3547529" y="7744257"/>
                  </a:lnTo>
                  <a:lnTo>
                    <a:pt x="3571722" y="7758201"/>
                  </a:lnTo>
                  <a:lnTo>
                    <a:pt x="3965321" y="7062813"/>
                  </a:lnTo>
                  <a:lnTo>
                    <a:pt x="3989057" y="7021677"/>
                  </a:lnTo>
                  <a:lnTo>
                    <a:pt x="3945204" y="6988823"/>
                  </a:lnTo>
                  <a:lnTo>
                    <a:pt x="3763746" y="7305573"/>
                  </a:lnTo>
                  <a:lnTo>
                    <a:pt x="3524453" y="7730871"/>
                  </a:lnTo>
                  <a:lnTo>
                    <a:pt x="1395310" y="6496621"/>
                  </a:lnTo>
                  <a:lnTo>
                    <a:pt x="1385163" y="6518618"/>
                  </a:lnTo>
                  <a:lnTo>
                    <a:pt x="2676182" y="7271004"/>
                  </a:lnTo>
                  <a:lnTo>
                    <a:pt x="6507670" y="9503994"/>
                  </a:lnTo>
                  <a:lnTo>
                    <a:pt x="6528244" y="9472130"/>
                  </a:lnTo>
                  <a:close/>
                </a:path>
                <a:path w="18288000" h="10287000">
                  <a:moveTo>
                    <a:pt x="6809981" y="1027214"/>
                  </a:moveTo>
                  <a:lnTo>
                    <a:pt x="6480086" y="920775"/>
                  </a:lnTo>
                  <a:lnTo>
                    <a:pt x="6335408" y="874229"/>
                  </a:lnTo>
                  <a:lnTo>
                    <a:pt x="5764415" y="0"/>
                  </a:lnTo>
                  <a:lnTo>
                    <a:pt x="5735701" y="0"/>
                  </a:lnTo>
                  <a:lnTo>
                    <a:pt x="6294869" y="861047"/>
                  </a:lnTo>
                  <a:lnTo>
                    <a:pt x="3817505" y="66840"/>
                  </a:lnTo>
                  <a:lnTo>
                    <a:pt x="3839908" y="0"/>
                  </a:lnTo>
                  <a:lnTo>
                    <a:pt x="3787190" y="0"/>
                  </a:lnTo>
                  <a:lnTo>
                    <a:pt x="3770033" y="51663"/>
                  </a:lnTo>
                  <a:lnTo>
                    <a:pt x="3608768" y="0"/>
                  </a:lnTo>
                  <a:lnTo>
                    <a:pt x="3522611" y="0"/>
                  </a:lnTo>
                  <a:lnTo>
                    <a:pt x="3761600" y="77101"/>
                  </a:lnTo>
                  <a:lnTo>
                    <a:pt x="3436848" y="1055941"/>
                  </a:lnTo>
                  <a:lnTo>
                    <a:pt x="3486137" y="1055789"/>
                  </a:lnTo>
                  <a:lnTo>
                    <a:pt x="3808933" y="92417"/>
                  </a:lnTo>
                  <a:lnTo>
                    <a:pt x="5135346" y="520446"/>
                  </a:lnTo>
                  <a:lnTo>
                    <a:pt x="6322644" y="903922"/>
                  </a:lnTo>
                  <a:lnTo>
                    <a:pt x="6304508" y="875893"/>
                  </a:lnTo>
                  <a:lnTo>
                    <a:pt x="6406223" y="1032510"/>
                  </a:lnTo>
                  <a:lnTo>
                    <a:pt x="6410515" y="1032510"/>
                  </a:lnTo>
                  <a:lnTo>
                    <a:pt x="6412649" y="1032357"/>
                  </a:lnTo>
                  <a:lnTo>
                    <a:pt x="6438519" y="1032078"/>
                  </a:lnTo>
                  <a:lnTo>
                    <a:pt x="6363398" y="917092"/>
                  </a:lnTo>
                  <a:lnTo>
                    <a:pt x="6707111" y="1028649"/>
                  </a:lnTo>
                  <a:lnTo>
                    <a:pt x="6809981" y="1027214"/>
                  </a:lnTo>
                  <a:close/>
                </a:path>
                <a:path w="18288000" h="10287000">
                  <a:moveTo>
                    <a:pt x="6835851" y="1694307"/>
                  </a:moveTo>
                  <a:lnTo>
                    <a:pt x="6794563" y="1630578"/>
                  </a:lnTo>
                  <a:lnTo>
                    <a:pt x="5949594" y="1066076"/>
                  </a:lnTo>
                  <a:lnTo>
                    <a:pt x="5900153" y="1066647"/>
                  </a:lnTo>
                  <a:lnTo>
                    <a:pt x="6491084" y="1463421"/>
                  </a:lnTo>
                  <a:lnTo>
                    <a:pt x="6835851" y="1694307"/>
                  </a:lnTo>
                  <a:close/>
                </a:path>
                <a:path w="18288000" h="10287000">
                  <a:moveTo>
                    <a:pt x="6849986" y="9658731"/>
                  </a:moveTo>
                  <a:lnTo>
                    <a:pt x="6572669" y="9497987"/>
                  </a:lnTo>
                  <a:lnTo>
                    <a:pt x="6551955" y="9529851"/>
                  </a:lnTo>
                  <a:lnTo>
                    <a:pt x="6815417" y="9683445"/>
                  </a:lnTo>
                  <a:lnTo>
                    <a:pt x="6849986" y="9658731"/>
                  </a:lnTo>
                  <a:close/>
                </a:path>
                <a:path w="18288000" h="10287000">
                  <a:moveTo>
                    <a:pt x="7357770" y="9953053"/>
                  </a:moveTo>
                  <a:lnTo>
                    <a:pt x="6901281" y="9688449"/>
                  </a:lnTo>
                  <a:lnTo>
                    <a:pt x="6866712" y="9713163"/>
                  </a:lnTo>
                  <a:lnTo>
                    <a:pt x="7347191" y="9993198"/>
                  </a:lnTo>
                  <a:lnTo>
                    <a:pt x="7357770" y="9953053"/>
                  </a:lnTo>
                  <a:close/>
                </a:path>
                <a:path w="18288000" h="10287000">
                  <a:moveTo>
                    <a:pt x="7600937" y="10141077"/>
                  </a:moveTo>
                  <a:lnTo>
                    <a:pt x="7486497" y="10027628"/>
                  </a:lnTo>
                  <a:lnTo>
                    <a:pt x="7405776" y="9980905"/>
                  </a:lnTo>
                  <a:lnTo>
                    <a:pt x="7395057" y="10021202"/>
                  </a:lnTo>
                  <a:lnTo>
                    <a:pt x="7600937" y="10141077"/>
                  </a:lnTo>
                  <a:close/>
                </a:path>
                <a:path w="18288000" h="10287000">
                  <a:moveTo>
                    <a:pt x="7741958" y="7606182"/>
                  </a:moveTo>
                  <a:lnTo>
                    <a:pt x="6893280" y="7125983"/>
                  </a:lnTo>
                  <a:lnTo>
                    <a:pt x="4674159" y="5870499"/>
                  </a:lnTo>
                  <a:lnTo>
                    <a:pt x="5051615" y="5262880"/>
                  </a:lnTo>
                  <a:lnTo>
                    <a:pt x="5464073" y="4620793"/>
                  </a:lnTo>
                  <a:lnTo>
                    <a:pt x="5847169" y="4043083"/>
                  </a:lnTo>
                  <a:lnTo>
                    <a:pt x="6053036" y="3739553"/>
                  </a:lnTo>
                  <a:lnTo>
                    <a:pt x="6017171" y="3714267"/>
                  </a:lnTo>
                  <a:lnTo>
                    <a:pt x="5908878" y="3872001"/>
                  </a:lnTo>
                  <a:lnTo>
                    <a:pt x="5504040" y="4473867"/>
                  </a:lnTo>
                  <a:lnTo>
                    <a:pt x="5089207" y="5110658"/>
                  </a:lnTo>
                  <a:lnTo>
                    <a:pt x="4710315" y="5711431"/>
                  </a:lnTo>
                  <a:lnTo>
                    <a:pt x="4627994" y="5844387"/>
                  </a:lnTo>
                  <a:lnTo>
                    <a:pt x="2251418" y="4499800"/>
                  </a:lnTo>
                  <a:lnTo>
                    <a:pt x="2243417" y="4519942"/>
                  </a:lnTo>
                  <a:lnTo>
                    <a:pt x="4613707" y="5867819"/>
                  </a:lnTo>
                  <a:lnTo>
                    <a:pt x="4249039" y="6470802"/>
                  </a:lnTo>
                  <a:lnTo>
                    <a:pt x="3960634" y="6962241"/>
                  </a:lnTo>
                  <a:lnTo>
                    <a:pt x="4004640" y="6995109"/>
                  </a:lnTo>
                  <a:lnTo>
                    <a:pt x="4071924" y="6879374"/>
                  </a:lnTo>
                  <a:lnTo>
                    <a:pt x="4477232" y="6194958"/>
                  </a:lnTo>
                  <a:lnTo>
                    <a:pt x="4659820" y="5894019"/>
                  </a:lnTo>
                  <a:lnTo>
                    <a:pt x="7722819" y="7635761"/>
                  </a:lnTo>
                  <a:lnTo>
                    <a:pt x="7741958" y="7606182"/>
                  </a:lnTo>
                  <a:close/>
                </a:path>
                <a:path w="18288000" h="10287000">
                  <a:moveTo>
                    <a:pt x="7746632" y="10287000"/>
                  </a:moveTo>
                  <a:lnTo>
                    <a:pt x="7717815" y="10258082"/>
                  </a:lnTo>
                  <a:lnTo>
                    <a:pt x="7632293" y="10287000"/>
                  </a:lnTo>
                  <a:lnTo>
                    <a:pt x="7746632" y="10287000"/>
                  </a:lnTo>
                  <a:close/>
                </a:path>
                <a:path w="18288000" h="10287000">
                  <a:moveTo>
                    <a:pt x="7933880" y="10287000"/>
                  </a:moveTo>
                  <a:lnTo>
                    <a:pt x="7872692" y="10251516"/>
                  </a:lnTo>
                  <a:lnTo>
                    <a:pt x="7820977" y="10269372"/>
                  </a:lnTo>
                  <a:lnTo>
                    <a:pt x="7851191" y="10287000"/>
                  </a:lnTo>
                  <a:lnTo>
                    <a:pt x="7933880" y="10287000"/>
                  </a:lnTo>
                  <a:close/>
                </a:path>
                <a:path w="18288000" h="10287000">
                  <a:moveTo>
                    <a:pt x="7946555" y="7722057"/>
                  </a:moveTo>
                  <a:lnTo>
                    <a:pt x="7782827" y="7629334"/>
                  </a:lnTo>
                  <a:lnTo>
                    <a:pt x="7763675" y="7658900"/>
                  </a:lnTo>
                  <a:lnTo>
                    <a:pt x="7937132" y="7757630"/>
                  </a:lnTo>
                  <a:lnTo>
                    <a:pt x="7946555" y="7722057"/>
                  </a:lnTo>
                  <a:close/>
                </a:path>
                <a:path w="18288000" h="10287000">
                  <a:moveTo>
                    <a:pt x="8035430" y="1042073"/>
                  </a:moveTo>
                  <a:lnTo>
                    <a:pt x="7990560" y="1042797"/>
                  </a:lnTo>
                  <a:lnTo>
                    <a:pt x="7760957" y="1335405"/>
                  </a:lnTo>
                  <a:lnTo>
                    <a:pt x="7797393" y="1347114"/>
                  </a:lnTo>
                  <a:lnTo>
                    <a:pt x="8035430" y="1042073"/>
                  </a:lnTo>
                  <a:close/>
                </a:path>
                <a:path w="18288000" h="10287000">
                  <a:moveTo>
                    <a:pt x="8880386" y="0"/>
                  </a:moveTo>
                  <a:lnTo>
                    <a:pt x="8839530" y="0"/>
                  </a:lnTo>
                  <a:lnTo>
                    <a:pt x="8776068" y="75755"/>
                  </a:lnTo>
                  <a:lnTo>
                    <a:pt x="8751443" y="105486"/>
                  </a:lnTo>
                  <a:lnTo>
                    <a:pt x="8407324" y="523709"/>
                  </a:lnTo>
                  <a:lnTo>
                    <a:pt x="8043291" y="975639"/>
                  </a:lnTo>
                  <a:lnTo>
                    <a:pt x="8016570" y="1009789"/>
                  </a:lnTo>
                  <a:lnTo>
                    <a:pt x="8061287" y="1009078"/>
                  </a:lnTo>
                  <a:lnTo>
                    <a:pt x="8067459" y="1001217"/>
                  </a:lnTo>
                  <a:lnTo>
                    <a:pt x="8070570" y="997216"/>
                  </a:lnTo>
                  <a:lnTo>
                    <a:pt x="8411045" y="571588"/>
                  </a:lnTo>
                  <a:lnTo>
                    <a:pt x="8782952" y="117017"/>
                  </a:lnTo>
                  <a:lnTo>
                    <a:pt x="8814841" y="78422"/>
                  </a:lnTo>
                  <a:lnTo>
                    <a:pt x="8880386" y="0"/>
                  </a:lnTo>
                  <a:close/>
                </a:path>
                <a:path w="18288000" h="10287000">
                  <a:moveTo>
                    <a:pt x="8949258" y="8289264"/>
                  </a:moveTo>
                  <a:lnTo>
                    <a:pt x="8747950" y="8175396"/>
                  </a:lnTo>
                  <a:lnTo>
                    <a:pt x="7989989" y="7746632"/>
                  </a:lnTo>
                  <a:lnTo>
                    <a:pt x="7980705" y="7782344"/>
                  </a:lnTo>
                  <a:lnTo>
                    <a:pt x="8911819" y="8311985"/>
                  </a:lnTo>
                  <a:lnTo>
                    <a:pt x="8949258" y="8289264"/>
                  </a:lnTo>
                  <a:close/>
                </a:path>
                <a:path w="18288000" h="10287000">
                  <a:moveTo>
                    <a:pt x="9234145" y="5312473"/>
                  </a:moveTo>
                  <a:lnTo>
                    <a:pt x="8799093" y="4646384"/>
                  </a:lnTo>
                  <a:lnTo>
                    <a:pt x="8785949" y="4697107"/>
                  </a:lnTo>
                  <a:lnTo>
                    <a:pt x="9209862" y="5349760"/>
                  </a:lnTo>
                  <a:lnTo>
                    <a:pt x="9234145" y="5312473"/>
                  </a:lnTo>
                  <a:close/>
                </a:path>
                <a:path w="18288000" h="10287000">
                  <a:moveTo>
                    <a:pt x="9486176" y="1900326"/>
                  </a:moveTo>
                  <a:lnTo>
                    <a:pt x="6899427" y="1056220"/>
                  </a:lnTo>
                  <a:lnTo>
                    <a:pt x="6795414" y="1057224"/>
                  </a:lnTo>
                  <a:lnTo>
                    <a:pt x="7025589" y="1132090"/>
                  </a:lnTo>
                  <a:lnTo>
                    <a:pt x="7737068" y="1365732"/>
                  </a:lnTo>
                  <a:lnTo>
                    <a:pt x="7598943" y="1544421"/>
                  </a:lnTo>
                  <a:lnTo>
                    <a:pt x="7285977" y="1954364"/>
                  </a:lnTo>
                  <a:lnTo>
                    <a:pt x="6856425" y="1671726"/>
                  </a:lnTo>
                  <a:lnTo>
                    <a:pt x="6889267" y="1722247"/>
                  </a:lnTo>
                  <a:lnTo>
                    <a:pt x="6457378" y="1060932"/>
                  </a:lnTo>
                  <a:lnTo>
                    <a:pt x="6424790" y="1061224"/>
                  </a:lnTo>
                  <a:lnTo>
                    <a:pt x="6630111" y="1377264"/>
                  </a:lnTo>
                  <a:lnTo>
                    <a:pt x="7135292" y="2155253"/>
                  </a:lnTo>
                  <a:lnTo>
                    <a:pt x="6705130" y="2739987"/>
                  </a:lnTo>
                  <a:lnTo>
                    <a:pt x="6265469" y="3356940"/>
                  </a:lnTo>
                  <a:lnTo>
                    <a:pt x="6035459" y="3687546"/>
                  </a:lnTo>
                  <a:lnTo>
                    <a:pt x="6071324" y="3712692"/>
                  </a:lnTo>
                  <a:lnTo>
                    <a:pt x="6504165" y="3091764"/>
                  </a:lnTo>
                  <a:lnTo>
                    <a:pt x="6533235" y="3050756"/>
                  </a:lnTo>
                  <a:lnTo>
                    <a:pt x="6946824" y="2476360"/>
                  </a:lnTo>
                  <a:lnTo>
                    <a:pt x="7157745" y="2189937"/>
                  </a:lnTo>
                  <a:lnTo>
                    <a:pt x="7142734" y="2166721"/>
                  </a:lnTo>
                  <a:lnTo>
                    <a:pt x="8757945" y="4654105"/>
                  </a:lnTo>
                  <a:lnTo>
                    <a:pt x="8771230" y="4603813"/>
                  </a:lnTo>
                  <a:lnTo>
                    <a:pt x="7177468" y="2163508"/>
                  </a:lnTo>
                  <a:lnTo>
                    <a:pt x="7295337" y="2005622"/>
                  </a:lnTo>
                  <a:lnTo>
                    <a:pt x="7297623" y="2002485"/>
                  </a:lnTo>
                  <a:lnTo>
                    <a:pt x="7265759" y="1981200"/>
                  </a:lnTo>
                  <a:lnTo>
                    <a:pt x="7154888" y="2128926"/>
                  </a:lnTo>
                  <a:lnTo>
                    <a:pt x="7173125" y="2156879"/>
                  </a:lnTo>
                  <a:lnTo>
                    <a:pt x="6898208" y="1735924"/>
                  </a:lnTo>
                  <a:lnTo>
                    <a:pt x="6943153" y="1766023"/>
                  </a:lnTo>
                  <a:lnTo>
                    <a:pt x="9138425" y="3215348"/>
                  </a:lnTo>
                  <a:lnTo>
                    <a:pt x="9147848" y="3179343"/>
                  </a:lnTo>
                  <a:lnTo>
                    <a:pt x="7317930" y="1975383"/>
                  </a:lnTo>
                  <a:lnTo>
                    <a:pt x="7773556" y="1377721"/>
                  </a:lnTo>
                  <a:lnTo>
                    <a:pt x="9476461" y="1936902"/>
                  </a:lnTo>
                  <a:lnTo>
                    <a:pt x="9486176" y="1900326"/>
                  </a:lnTo>
                  <a:close/>
                </a:path>
                <a:path w="18288000" h="10287000">
                  <a:moveTo>
                    <a:pt x="9928517" y="227114"/>
                  </a:moveTo>
                  <a:lnTo>
                    <a:pt x="9578835" y="0"/>
                  </a:lnTo>
                  <a:lnTo>
                    <a:pt x="9487243" y="0"/>
                  </a:lnTo>
                  <a:lnTo>
                    <a:pt x="9914369" y="280695"/>
                  </a:lnTo>
                  <a:lnTo>
                    <a:pt x="9928517" y="227114"/>
                  </a:lnTo>
                  <a:close/>
                </a:path>
                <a:path w="18288000" h="10287000">
                  <a:moveTo>
                    <a:pt x="10187127" y="3847566"/>
                  </a:moveTo>
                  <a:lnTo>
                    <a:pt x="9177134" y="3198342"/>
                  </a:lnTo>
                  <a:lnTo>
                    <a:pt x="9167711" y="3234347"/>
                  </a:lnTo>
                  <a:lnTo>
                    <a:pt x="9223007" y="3270351"/>
                  </a:lnTo>
                  <a:lnTo>
                    <a:pt x="10166553" y="3879151"/>
                  </a:lnTo>
                  <a:lnTo>
                    <a:pt x="10187127" y="3847566"/>
                  </a:lnTo>
                  <a:close/>
                </a:path>
                <a:path w="18288000" h="10287000">
                  <a:moveTo>
                    <a:pt x="10577170" y="7371016"/>
                  </a:moveTo>
                  <a:lnTo>
                    <a:pt x="9258719" y="5350040"/>
                  </a:lnTo>
                  <a:lnTo>
                    <a:pt x="9234437" y="5387619"/>
                  </a:lnTo>
                  <a:lnTo>
                    <a:pt x="9629915" y="5996838"/>
                  </a:lnTo>
                  <a:lnTo>
                    <a:pt x="10535171" y="7393724"/>
                  </a:lnTo>
                  <a:lnTo>
                    <a:pt x="10577170" y="7371016"/>
                  </a:lnTo>
                  <a:close/>
                </a:path>
                <a:path w="18288000" h="10287000">
                  <a:moveTo>
                    <a:pt x="10911650" y="9118663"/>
                  </a:moveTo>
                  <a:lnTo>
                    <a:pt x="10889640" y="9086228"/>
                  </a:lnTo>
                  <a:lnTo>
                    <a:pt x="10577055" y="9210332"/>
                  </a:lnTo>
                  <a:lnTo>
                    <a:pt x="8997124" y="8316417"/>
                  </a:lnTo>
                  <a:lnTo>
                    <a:pt x="8959545" y="8338985"/>
                  </a:lnTo>
                  <a:lnTo>
                    <a:pt x="10526878" y="9230246"/>
                  </a:lnTo>
                  <a:lnTo>
                    <a:pt x="9636328" y="9572739"/>
                  </a:lnTo>
                  <a:lnTo>
                    <a:pt x="8778316" y="9888080"/>
                  </a:lnTo>
                  <a:lnTo>
                    <a:pt x="7918526" y="10189756"/>
                  </a:lnTo>
                  <a:lnTo>
                    <a:pt x="7822679" y="10222509"/>
                  </a:lnTo>
                  <a:lnTo>
                    <a:pt x="7639240" y="10116210"/>
                  </a:lnTo>
                  <a:lnTo>
                    <a:pt x="7754252" y="10230510"/>
                  </a:lnTo>
                  <a:lnTo>
                    <a:pt x="7770914" y="10240200"/>
                  </a:lnTo>
                  <a:lnTo>
                    <a:pt x="7765821" y="10241940"/>
                  </a:lnTo>
                  <a:lnTo>
                    <a:pt x="7800403" y="10276522"/>
                  </a:lnTo>
                  <a:lnTo>
                    <a:pt x="8694826" y="9962845"/>
                  </a:lnTo>
                  <a:lnTo>
                    <a:pt x="9610763" y="9625724"/>
                  </a:lnTo>
                  <a:lnTo>
                    <a:pt x="10474782" y="9292514"/>
                  </a:lnTo>
                  <a:lnTo>
                    <a:pt x="10911650" y="9118663"/>
                  </a:lnTo>
                  <a:close/>
                </a:path>
                <a:path w="18288000" h="10287000">
                  <a:moveTo>
                    <a:pt x="11097527" y="2437536"/>
                  </a:moveTo>
                  <a:lnTo>
                    <a:pt x="9513608" y="1909330"/>
                  </a:lnTo>
                  <a:lnTo>
                    <a:pt x="9504032" y="1946046"/>
                  </a:lnTo>
                  <a:lnTo>
                    <a:pt x="11075099" y="2472829"/>
                  </a:lnTo>
                  <a:lnTo>
                    <a:pt x="11097527" y="2437536"/>
                  </a:lnTo>
                  <a:close/>
                </a:path>
                <a:path w="18288000" h="10287000">
                  <a:moveTo>
                    <a:pt x="11113237" y="945349"/>
                  </a:moveTo>
                  <a:lnTo>
                    <a:pt x="10853788" y="796658"/>
                  </a:lnTo>
                  <a:lnTo>
                    <a:pt x="10635183" y="667600"/>
                  </a:lnTo>
                  <a:lnTo>
                    <a:pt x="10453014" y="557161"/>
                  </a:lnTo>
                  <a:lnTo>
                    <a:pt x="9990061" y="266382"/>
                  </a:lnTo>
                  <a:lnTo>
                    <a:pt x="9949243" y="240258"/>
                  </a:lnTo>
                  <a:lnTo>
                    <a:pt x="9935235" y="293979"/>
                  </a:lnTo>
                  <a:lnTo>
                    <a:pt x="10298786" y="525538"/>
                  </a:lnTo>
                  <a:lnTo>
                    <a:pt x="10550462" y="680085"/>
                  </a:lnTo>
                  <a:lnTo>
                    <a:pt x="10825213" y="843178"/>
                  </a:lnTo>
                  <a:lnTo>
                    <a:pt x="11007369" y="948067"/>
                  </a:lnTo>
                  <a:lnTo>
                    <a:pt x="11113237" y="945349"/>
                  </a:lnTo>
                  <a:close/>
                </a:path>
                <a:path w="18288000" h="10287000">
                  <a:moveTo>
                    <a:pt x="11272545" y="9654299"/>
                  </a:moveTo>
                  <a:lnTo>
                    <a:pt x="11218532" y="9573146"/>
                  </a:lnTo>
                  <a:lnTo>
                    <a:pt x="10620604" y="9234957"/>
                  </a:lnTo>
                  <a:lnTo>
                    <a:pt x="10570172" y="9254820"/>
                  </a:lnTo>
                  <a:lnTo>
                    <a:pt x="11272545" y="9654299"/>
                  </a:lnTo>
                  <a:close/>
                </a:path>
                <a:path w="18288000" h="10287000">
                  <a:moveTo>
                    <a:pt x="11804752" y="1309116"/>
                  </a:moveTo>
                  <a:lnTo>
                    <a:pt x="11582921" y="1197470"/>
                  </a:lnTo>
                  <a:lnTo>
                    <a:pt x="11360087" y="1080668"/>
                  </a:lnTo>
                  <a:lnTo>
                    <a:pt x="11181398" y="983361"/>
                  </a:lnTo>
                  <a:lnTo>
                    <a:pt x="11074095" y="985926"/>
                  </a:lnTo>
                  <a:lnTo>
                    <a:pt x="11252810" y="1085088"/>
                  </a:lnTo>
                  <a:lnTo>
                    <a:pt x="11471262" y="1201331"/>
                  </a:lnTo>
                  <a:lnTo>
                    <a:pt x="11688953" y="1312608"/>
                  </a:lnTo>
                  <a:lnTo>
                    <a:pt x="11775758" y="1355826"/>
                  </a:lnTo>
                  <a:lnTo>
                    <a:pt x="11804752" y="1309116"/>
                  </a:lnTo>
                  <a:close/>
                </a:path>
                <a:path w="18288000" h="10287000">
                  <a:moveTo>
                    <a:pt x="12480303" y="10287000"/>
                  </a:moveTo>
                  <a:lnTo>
                    <a:pt x="12381116" y="10230942"/>
                  </a:lnTo>
                  <a:lnTo>
                    <a:pt x="12415037" y="10287000"/>
                  </a:lnTo>
                  <a:lnTo>
                    <a:pt x="12480303" y="10287000"/>
                  </a:lnTo>
                  <a:close/>
                </a:path>
                <a:path w="18288000" h="10287000">
                  <a:moveTo>
                    <a:pt x="13526249" y="5899683"/>
                  </a:moveTo>
                  <a:lnTo>
                    <a:pt x="12304166" y="5167909"/>
                  </a:lnTo>
                  <a:lnTo>
                    <a:pt x="10732910" y="4193616"/>
                  </a:lnTo>
                  <a:lnTo>
                    <a:pt x="10218407" y="3867569"/>
                  </a:lnTo>
                  <a:lnTo>
                    <a:pt x="10197986" y="3899293"/>
                  </a:lnTo>
                  <a:lnTo>
                    <a:pt x="10840199" y="4307624"/>
                  </a:lnTo>
                  <a:lnTo>
                    <a:pt x="12297004" y="5213312"/>
                  </a:lnTo>
                  <a:lnTo>
                    <a:pt x="13476821" y="5923115"/>
                  </a:lnTo>
                  <a:lnTo>
                    <a:pt x="13526249" y="5899683"/>
                  </a:lnTo>
                  <a:close/>
                </a:path>
                <a:path w="18288000" h="10287000">
                  <a:moveTo>
                    <a:pt x="15349487" y="2266950"/>
                  </a:moveTo>
                  <a:lnTo>
                    <a:pt x="15347341" y="2239226"/>
                  </a:lnTo>
                  <a:lnTo>
                    <a:pt x="15228532" y="2237384"/>
                  </a:lnTo>
                  <a:lnTo>
                    <a:pt x="15122284" y="2233853"/>
                  </a:lnTo>
                  <a:lnTo>
                    <a:pt x="15012797" y="2228278"/>
                  </a:lnTo>
                  <a:lnTo>
                    <a:pt x="14956866" y="2224659"/>
                  </a:lnTo>
                  <a:lnTo>
                    <a:pt x="14861248" y="2217432"/>
                  </a:lnTo>
                  <a:lnTo>
                    <a:pt x="14763572" y="2208479"/>
                  </a:lnTo>
                  <a:lnTo>
                    <a:pt x="14663877" y="2197760"/>
                  </a:lnTo>
                  <a:lnTo>
                    <a:pt x="14562277" y="2185263"/>
                  </a:lnTo>
                  <a:lnTo>
                    <a:pt x="14458810" y="2170976"/>
                  </a:lnTo>
                  <a:lnTo>
                    <a:pt x="14353578" y="2154859"/>
                  </a:lnTo>
                  <a:lnTo>
                    <a:pt x="14246632" y="2136914"/>
                  </a:lnTo>
                  <a:lnTo>
                    <a:pt x="14138059" y="2117102"/>
                  </a:lnTo>
                  <a:lnTo>
                    <a:pt x="13979271" y="2085263"/>
                  </a:lnTo>
                  <a:lnTo>
                    <a:pt x="13778535" y="2040915"/>
                  </a:lnTo>
                  <a:lnTo>
                    <a:pt x="13543483" y="1980412"/>
                  </a:lnTo>
                  <a:lnTo>
                    <a:pt x="13263080" y="1899043"/>
                  </a:lnTo>
                  <a:lnTo>
                    <a:pt x="13018338" y="1819173"/>
                  </a:lnTo>
                  <a:lnTo>
                    <a:pt x="12770307" y="1730019"/>
                  </a:lnTo>
                  <a:lnTo>
                    <a:pt x="12518987" y="1631149"/>
                  </a:lnTo>
                  <a:lnTo>
                    <a:pt x="12195200" y="1491564"/>
                  </a:lnTo>
                  <a:lnTo>
                    <a:pt x="12052681" y="1427543"/>
                  </a:lnTo>
                  <a:lnTo>
                    <a:pt x="11832044" y="1322679"/>
                  </a:lnTo>
                  <a:lnTo>
                    <a:pt x="11803190" y="1369542"/>
                  </a:lnTo>
                  <a:lnTo>
                    <a:pt x="12014581" y="1469542"/>
                  </a:lnTo>
                  <a:lnTo>
                    <a:pt x="12162066" y="1536458"/>
                  </a:lnTo>
                  <a:lnTo>
                    <a:pt x="12450420" y="1659750"/>
                  </a:lnTo>
                  <a:lnTo>
                    <a:pt x="12499277" y="1679867"/>
                  </a:lnTo>
                  <a:lnTo>
                    <a:pt x="12752019" y="1777453"/>
                  </a:lnTo>
                  <a:lnTo>
                    <a:pt x="13002476" y="1865604"/>
                  </a:lnTo>
                  <a:lnTo>
                    <a:pt x="13330657" y="1967763"/>
                  </a:lnTo>
                  <a:lnTo>
                    <a:pt x="13491680" y="2013775"/>
                  </a:lnTo>
                  <a:lnTo>
                    <a:pt x="13768527" y="2083562"/>
                  </a:lnTo>
                  <a:lnTo>
                    <a:pt x="13973594" y="2127504"/>
                  </a:lnTo>
                  <a:lnTo>
                    <a:pt x="14078674" y="2147963"/>
                  </a:lnTo>
                  <a:lnTo>
                    <a:pt x="14182370" y="2166607"/>
                  </a:lnTo>
                  <a:lnTo>
                    <a:pt x="14284630" y="2183473"/>
                  </a:lnTo>
                  <a:lnTo>
                    <a:pt x="14435188" y="2205571"/>
                  </a:lnTo>
                  <a:lnTo>
                    <a:pt x="14582153" y="2223947"/>
                  </a:lnTo>
                  <a:lnTo>
                    <a:pt x="14725307" y="2238781"/>
                  </a:lnTo>
                  <a:lnTo>
                    <a:pt x="14864449" y="2250249"/>
                  </a:lnTo>
                  <a:lnTo>
                    <a:pt x="15050681" y="2261806"/>
                  </a:lnTo>
                  <a:lnTo>
                    <a:pt x="15341918" y="2267229"/>
                  </a:lnTo>
                  <a:lnTo>
                    <a:pt x="15349487" y="2266950"/>
                  </a:lnTo>
                  <a:close/>
                </a:path>
                <a:path w="18288000" h="10287000">
                  <a:moveTo>
                    <a:pt x="15456929" y="4014165"/>
                  </a:moveTo>
                  <a:lnTo>
                    <a:pt x="15454783" y="3960584"/>
                  </a:lnTo>
                  <a:lnTo>
                    <a:pt x="15188464" y="3862997"/>
                  </a:lnTo>
                  <a:lnTo>
                    <a:pt x="12937604" y="3065754"/>
                  </a:lnTo>
                  <a:lnTo>
                    <a:pt x="11130242" y="2448534"/>
                  </a:lnTo>
                  <a:lnTo>
                    <a:pt x="11107661" y="2483828"/>
                  </a:lnTo>
                  <a:lnTo>
                    <a:pt x="13745020" y="3396234"/>
                  </a:lnTo>
                  <a:lnTo>
                    <a:pt x="15157742" y="3903865"/>
                  </a:lnTo>
                  <a:lnTo>
                    <a:pt x="15456929" y="4014165"/>
                  </a:lnTo>
                  <a:close/>
                </a:path>
                <a:path w="18288000" h="10287000">
                  <a:moveTo>
                    <a:pt x="15476220" y="7234136"/>
                  </a:moveTo>
                  <a:lnTo>
                    <a:pt x="15463736" y="7250481"/>
                  </a:lnTo>
                  <a:lnTo>
                    <a:pt x="15399207" y="7333805"/>
                  </a:lnTo>
                  <a:lnTo>
                    <a:pt x="15390203" y="7345299"/>
                  </a:lnTo>
                  <a:lnTo>
                    <a:pt x="15233028" y="7547369"/>
                  </a:lnTo>
                  <a:lnTo>
                    <a:pt x="15074202" y="7748422"/>
                  </a:lnTo>
                  <a:lnTo>
                    <a:pt x="14913725" y="7948384"/>
                  </a:lnTo>
                  <a:lnTo>
                    <a:pt x="14751596" y="8147202"/>
                  </a:lnTo>
                  <a:lnTo>
                    <a:pt x="14670253" y="8245589"/>
                  </a:lnTo>
                  <a:lnTo>
                    <a:pt x="14653971" y="8265122"/>
                  </a:lnTo>
                  <a:lnTo>
                    <a:pt x="14645475" y="8275498"/>
                  </a:lnTo>
                  <a:lnTo>
                    <a:pt x="14619821" y="8306409"/>
                  </a:lnTo>
                  <a:lnTo>
                    <a:pt x="14614538" y="8312696"/>
                  </a:lnTo>
                  <a:lnTo>
                    <a:pt x="14609394" y="8318982"/>
                  </a:lnTo>
                  <a:lnTo>
                    <a:pt x="14604111" y="8325269"/>
                  </a:lnTo>
                  <a:lnTo>
                    <a:pt x="14558645" y="8380171"/>
                  </a:lnTo>
                  <a:lnTo>
                    <a:pt x="14553527" y="8386280"/>
                  </a:lnTo>
                  <a:lnTo>
                    <a:pt x="14436090" y="8527301"/>
                  </a:lnTo>
                  <a:lnTo>
                    <a:pt x="14015314" y="9011793"/>
                  </a:lnTo>
                  <a:lnTo>
                    <a:pt x="13584835" y="9485986"/>
                  </a:lnTo>
                  <a:lnTo>
                    <a:pt x="13513359" y="9561982"/>
                  </a:lnTo>
                  <a:lnTo>
                    <a:pt x="13205486" y="9885604"/>
                  </a:lnTo>
                  <a:lnTo>
                    <a:pt x="13105067" y="9990099"/>
                  </a:lnTo>
                  <a:lnTo>
                    <a:pt x="12822174" y="10273805"/>
                  </a:lnTo>
                  <a:lnTo>
                    <a:pt x="12819025" y="10277094"/>
                  </a:lnTo>
                  <a:lnTo>
                    <a:pt x="12815735" y="10280231"/>
                  </a:lnTo>
                  <a:lnTo>
                    <a:pt x="12808979" y="10287000"/>
                  </a:lnTo>
                  <a:lnTo>
                    <a:pt x="12880569" y="10287000"/>
                  </a:lnTo>
                  <a:lnTo>
                    <a:pt x="13117487" y="10048494"/>
                  </a:lnTo>
                  <a:lnTo>
                    <a:pt x="13135953" y="10029507"/>
                  </a:lnTo>
                  <a:lnTo>
                    <a:pt x="13190931" y="9971913"/>
                  </a:lnTo>
                  <a:lnTo>
                    <a:pt x="13222669" y="9938982"/>
                  </a:lnTo>
                  <a:lnTo>
                    <a:pt x="13512660" y="9632747"/>
                  </a:lnTo>
                  <a:lnTo>
                    <a:pt x="13619988" y="9518421"/>
                  </a:lnTo>
                  <a:lnTo>
                    <a:pt x="14049896" y="9042362"/>
                  </a:lnTo>
                  <a:lnTo>
                    <a:pt x="14469948" y="8555876"/>
                  </a:lnTo>
                  <a:lnTo>
                    <a:pt x="14589252" y="8412137"/>
                  </a:lnTo>
                  <a:lnTo>
                    <a:pt x="14591106" y="8409711"/>
                  </a:lnTo>
                  <a:lnTo>
                    <a:pt x="14593100" y="8407425"/>
                  </a:lnTo>
                  <a:lnTo>
                    <a:pt x="14639963" y="8350567"/>
                  </a:lnTo>
                  <a:lnTo>
                    <a:pt x="14641259" y="8349132"/>
                  </a:lnTo>
                  <a:lnTo>
                    <a:pt x="14642402" y="8347557"/>
                  </a:lnTo>
                  <a:lnTo>
                    <a:pt x="14805063" y="8150022"/>
                  </a:lnTo>
                  <a:lnTo>
                    <a:pt x="14964423" y="7953451"/>
                  </a:lnTo>
                  <a:lnTo>
                    <a:pt x="15122170" y="7755801"/>
                  </a:lnTo>
                  <a:lnTo>
                    <a:pt x="15278303" y="7557109"/>
                  </a:lnTo>
                  <a:lnTo>
                    <a:pt x="15459405" y="7322985"/>
                  </a:lnTo>
                  <a:lnTo>
                    <a:pt x="15468219" y="7311428"/>
                  </a:lnTo>
                  <a:lnTo>
                    <a:pt x="15470073" y="7309142"/>
                  </a:lnTo>
                  <a:lnTo>
                    <a:pt x="15471928" y="7306716"/>
                  </a:lnTo>
                  <a:lnTo>
                    <a:pt x="15473782" y="7304430"/>
                  </a:lnTo>
                  <a:lnTo>
                    <a:pt x="15474341" y="7288162"/>
                  </a:lnTo>
                  <a:lnTo>
                    <a:pt x="15475509" y="7255751"/>
                  </a:lnTo>
                  <a:lnTo>
                    <a:pt x="15476068" y="7239571"/>
                  </a:lnTo>
                  <a:lnTo>
                    <a:pt x="15476220" y="7234136"/>
                  </a:lnTo>
                  <a:close/>
                </a:path>
                <a:path w="18288000" h="10287000">
                  <a:moveTo>
                    <a:pt x="15481503" y="7058253"/>
                  </a:moveTo>
                  <a:lnTo>
                    <a:pt x="15466924" y="7065543"/>
                  </a:lnTo>
                  <a:lnTo>
                    <a:pt x="15471788" y="7068261"/>
                  </a:lnTo>
                  <a:lnTo>
                    <a:pt x="15476500" y="7070826"/>
                  </a:lnTo>
                  <a:lnTo>
                    <a:pt x="15481364" y="7073544"/>
                  </a:lnTo>
                  <a:lnTo>
                    <a:pt x="15481503" y="7058253"/>
                  </a:lnTo>
                  <a:close/>
                </a:path>
                <a:path w="18288000" h="10287000">
                  <a:moveTo>
                    <a:pt x="15482354" y="7015962"/>
                  </a:moveTo>
                  <a:lnTo>
                    <a:pt x="14834565" y="6654203"/>
                  </a:lnTo>
                  <a:lnTo>
                    <a:pt x="13782624" y="6049975"/>
                  </a:lnTo>
                  <a:lnTo>
                    <a:pt x="13563968" y="5921832"/>
                  </a:lnTo>
                  <a:lnTo>
                    <a:pt x="13514540" y="5945543"/>
                  </a:lnTo>
                  <a:lnTo>
                    <a:pt x="14609712" y="6582537"/>
                  </a:lnTo>
                  <a:lnTo>
                    <a:pt x="15434983" y="7047852"/>
                  </a:lnTo>
                  <a:lnTo>
                    <a:pt x="15111883" y="7207275"/>
                  </a:lnTo>
                  <a:lnTo>
                    <a:pt x="14294930" y="7601305"/>
                  </a:lnTo>
                  <a:lnTo>
                    <a:pt x="13491324" y="7974089"/>
                  </a:lnTo>
                  <a:lnTo>
                    <a:pt x="12645149" y="8351558"/>
                  </a:lnTo>
                  <a:lnTo>
                    <a:pt x="11766893" y="8727186"/>
                  </a:lnTo>
                  <a:lnTo>
                    <a:pt x="11515001" y="8831910"/>
                  </a:lnTo>
                  <a:lnTo>
                    <a:pt x="11414468" y="8673173"/>
                  </a:lnTo>
                  <a:lnTo>
                    <a:pt x="11120895" y="8213255"/>
                  </a:lnTo>
                  <a:lnTo>
                    <a:pt x="10600754" y="7407300"/>
                  </a:lnTo>
                  <a:lnTo>
                    <a:pt x="10558742" y="7430160"/>
                  </a:lnTo>
                  <a:lnTo>
                    <a:pt x="11050664" y="8196910"/>
                  </a:lnTo>
                  <a:lnTo>
                    <a:pt x="11320412" y="8621458"/>
                  </a:lnTo>
                  <a:lnTo>
                    <a:pt x="11465458" y="8852446"/>
                  </a:lnTo>
                  <a:lnTo>
                    <a:pt x="10937075" y="9067076"/>
                  </a:lnTo>
                  <a:lnTo>
                    <a:pt x="10959224" y="9099372"/>
                  </a:lnTo>
                  <a:lnTo>
                    <a:pt x="11485486" y="8884348"/>
                  </a:lnTo>
                  <a:lnTo>
                    <a:pt x="11648719" y="9144254"/>
                  </a:lnTo>
                  <a:lnTo>
                    <a:pt x="11916804" y="9575876"/>
                  </a:lnTo>
                  <a:lnTo>
                    <a:pt x="12154141" y="9962286"/>
                  </a:lnTo>
                  <a:lnTo>
                    <a:pt x="12284240" y="10176078"/>
                  </a:lnTo>
                  <a:lnTo>
                    <a:pt x="11318837" y="9630004"/>
                  </a:lnTo>
                  <a:lnTo>
                    <a:pt x="11373841" y="9711880"/>
                  </a:lnTo>
                  <a:lnTo>
                    <a:pt x="12333821" y="10257803"/>
                  </a:lnTo>
                  <a:lnTo>
                    <a:pt x="12351436" y="10287000"/>
                  </a:lnTo>
                  <a:lnTo>
                    <a:pt x="12415037" y="10287000"/>
                  </a:lnTo>
                  <a:lnTo>
                    <a:pt x="12200560" y="9933749"/>
                  </a:lnTo>
                  <a:lnTo>
                    <a:pt x="11991010" y="9592704"/>
                  </a:lnTo>
                  <a:lnTo>
                    <a:pt x="11778221" y="9250324"/>
                  </a:lnTo>
                  <a:lnTo>
                    <a:pt x="11529365" y="8854478"/>
                  </a:lnTo>
                  <a:lnTo>
                    <a:pt x="11535296" y="8863774"/>
                  </a:lnTo>
                  <a:lnTo>
                    <a:pt x="12385497" y="8503006"/>
                  </a:lnTo>
                  <a:lnTo>
                    <a:pt x="13265696" y="8113484"/>
                  </a:lnTo>
                  <a:lnTo>
                    <a:pt x="14149692" y="7705407"/>
                  </a:lnTo>
                  <a:lnTo>
                    <a:pt x="15155317" y="7219988"/>
                  </a:lnTo>
                  <a:lnTo>
                    <a:pt x="15481503" y="7058253"/>
                  </a:lnTo>
                  <a:lnTo>
                    <a:pt x="15482215" y="7024535"/>
                  </a:lnTo>
                  <a:lnTo>
                    <a:pt x="15482354" y="7015962"/>
                  </a:lnTo>
                  <a:close/>
                </a:path>
                <a:path w="18288000" h="10287000">
                  <a:moveTo>
                    <a:pt x="15599372" y="7138695"/>
                  </a:moveTo>
                  <a:lnTo>
                    <a:pt x="15563507" y="7118985"/>
                  </a:lnTo>
                  <a:lnTo>
                    <a:pt x="15527084" y="7167131"/>
                  </a:lnTo>
                  <a:lnTo>
                    <a:pt x="15524937" y="7237425"/>
                  </a:lnTo>
                  <a:lnTo>
                    <a:pt x="15599372" y="7138695"/>
                  </a:lnTo>
                  <a:close/>
                </a:path>
                <a:path w="18288000" h="10287000">
                  <a:moveTo>
                    <a:pt x="16614788" y="2111210"/>
                  </a:moveTo>
                  <a:lnTo>
                    <a:pt x="16613493" y="2105926"/>
                  </a:lnTo>
                  <a:lnTo>
                    <a:pt x="16414471" y="2146503"/>
                  </a:lnTo>
                  <a:lnTo>
                    <a:pt x="16317798" y="2163915"/>
                  </a:lnTo>
                  <a:lnTo>
                    <a:pt x="16203016" y="2181758"/>
                  </a:lnTo>
                  <a:lnTo>
                    <a:pt x="16105581" y="2194941"/>
                  </a:lnTo>
                  <a:lnTo>
                    <a:pt x="15955925" y="2212213"/>
                  </a:lnTo>
                  <a:lnTo>
                    <a:pt x="15846400" y="2222944"/>
                  </a:lnTo>
                  <a:lnTo>
                    <a:pt x="15702217" y="2231517"/>
                  </a:lnTo>
                  <a:lnTo>
                    <a:pt x="15599994" y="2235720"/>
                  </a:lnTo>
                  <a:lnTo>
                    <a:pt x="15493048" y="2238413"/>
                  </a:lnTo>
                  <a:lnTo>
                    <a:pt x="15381491" y="2239365"/>
                  </a:lnTo>
                  <a:lnTo>
                    <a:pt x="15383777" y="2266226"/>
                  </a:lnTo>
                  <a:lnTo>
                    <a:pt x="15493797" y="2263927"/>
                  </a:lnTo>
                  <a:lnTo>
                    <a:pt x="15548039" y="2261984"/>
                  </a:lnTo>
                  <a:lnTo>
                    <a:pt x="15652915" y="2256104"/>
                  </a:lnTo>
                  <a:lnTo>
                    <a:pt x="15847975" y="2241804"/>
                  </a:lnTo>
                  <a:lnTo>
                    <a:pt x="15956814" y="2229256"/>
                  </a:lnTo>
                  <a:lnTo>
                    <a:pt x="16139008" y="2204504"/>
                  </a:lnTo>
                  <a:lnTo>
                    <a:pt x="16244024" y="2187829"/>
                  </a:lnTo>
                  <a:lnTo>
                    <a:pt x="16336518" y="2171230"/>
                  </a:lnTo>
                  <a:lnTo>
                    <a:pt x="16416185" y="2155215"/>
                  </a:lnTo>
                  <a:lnTo>
                    <a:pt x="16614788" y="2111210"/>
                  </a:lnTo>
                  <a:close/>
                </a:path>
                <a:path w="18288000" h="10287000">
                  <a:moveTo>
                    <a:pt x="16736797" y="4444644"/>
                  </a:moveTo>
                  <a:lnTo>
                    <a:pt x="16478339" y="4344632"/>
                  </a:lnTo>
                  <a:lnTo>
                    <a:pt x="15494216" y="3975011"/>
                  </a:lnTo>
                  <a:lnTo>
                    <a:pt x="15496502" y="4028732"/>
                  </a:lnTo>
                  <a:lnTo>
                    <a:pt x="16520821" y="4416882"/>
                  </a:lnTo>
                  <a:lnTo>
                    <a:pt x="16668788" y="4474502"/>
                  </a:lnTo>
                  <a:lnTo>
                    <a:pt x="16736797" y="4444644"/>
                  </a:lnTo>
                  <a:close/>
                </a:path>
                <a:path w="18288000" h="10287000">
                  <a:moveTo>
                    <a:pt x="17144276" y="7905216"/>
                  </a:moveTo>
                  <a:lnTo>
                    <a:pt x="16615359" y="7628039"/>
                  </a:lnTo>
                  <a:lnTo>
                    <a:pt x="15783255" y="7181418"/>
                  </a:lnTo>
                  <a:lnTo>
                    <a:pt x="15622042" y="7092772"/>
                  </a:lnTo>
                  <a:lnTo>
                    <a:pt x="15630513" y="7097408"/>
                  </a:lnTo>
                  <a:lnTo>
                    <a:pt x="15768104" y="6913816"/>
                  </a:lnTo>
                  <a:lnTo>
                    <a:pt x="15688526" y="6954101"/>
                  </a:lnTo>
                  <a:lnTo>
                    <a:pt x="15594826" y="7077811"/>
                  </a:lnTo>
                  <a:lnTo>
                    <a:pt x="15529929" y="7042112"/>
                  </a:lnTo>
                  <a:lnTo>
                    <a:pt x="15529078" y="7099973"/>
                  </a:lnTo>
                  <a:lnTo>
                    <a:pt x="16389617" y="7568755"/>
                  </a:lnTo>
                  <a:lnTo>
                    <a:pt x="17126560" y="7957375"/>
                  </a:lnTo>
                  <a:lnTo>
                    <a:pt x="17144276" y="7905216"/>
                  </a:lnTo>
                  <a:close/>
                </a:path>
                <a:path w="18288000" h="10287000">
                  <a:moveTo>
                    <a:pt x="17697920" y="4058602"/>
                  </a:moveTo>
                  <a:lnTo>
                    <a:pt x="17646346" y="4080738"/>
                  </a:lnTo>
                  <a:lnTo>
                    <a:pt x="17308691" y="4614926"/>
                  </a:lnTo>
                  <a:lnTo>
                    <a:pt x="17280014" y="4659528"/>
                  </a:lnTo>
                  <a:lnTo>
                    <a:pt x="17312018" y="4672533"/>
                  </a:lnTo>
                  <a:lnTo>
                    <a:pt x="17542040" y="4310481"/>
                  </a:lnTo>
                  <a:lnTo>
                    <a:pt x="17697920" y="4058602"/>
                  </a:lnTo>
                  <a:close/>
                </a:path>
                <a:path w="18288000" h="10287000">
                  <a:moveTo>
                    <a:pt x="18153545" y="5020437"/>
                  </a:moveTo>
                  <a:lnTo>
                    <a:pt x="17500486" y="4748758"/>
                  </a:lnTo>
                  <a:lnTo>
                    <a:pt x="16775087" y="4459503"/>
                  </a:lnTo>
                  <a:lnTo>
                    <a:pt x="16707219" y="4489361"/>
                  </a:lnTo>
                  <a:lnTo>
                    <a:pt x="17250106" y="4705820"/>
                  </a:lnTo>
                  <a:lnTo>
                    <a:pt x="16913403" y="5219344"/>
                  </a:lnTo>
                  <a:lnTo>
                    <a:pt x="16595052" y="5690044"/>
                  </a:lnTo>
                  <a:lnTo>
                    <a:pt x="16275101" y="6149022"/>
                  </a:lnTo>
                  <a:lnTo>
                    <a:pt x="15939453" y="6614922"/>
                  </a:lnTo>
                  <a:lnTo>
                    <a:pt x="15728645" y="6900062"/>
                  </a:lnTo>
                  <a:lnTo>
                    <a:pt x="15580017" y="6975716"/>
                  </a:lnTo>
                  <a:lnTo>
                    <a:pt x="15530652" y="7000392"/>
                  </a:lnTo>
                  <a:lnTo>
                    <a:pt x="15530081" y="7033971"/>
                  </a:lnTo>
                  <a:lnTo>
                    <a:pt x="16053042" y="6766801"/>
                  </a:lnTo>
                  <a:lnTo>
                    <a:pt x="16456635" y="6553149"/>
                  </a:lnTo>
                  <a:lnTo>
                    <a:pt x="16818255" y="6354673"/>
                  </a:lnTo>
                  <a:lnTo>
                    <a:pt x="17137482" y="6173394"/>
                  </a:lnTo>
                  <a:lnTo>
                    <a:pt x="17451832" y="5988228"/>
                  </a:lnTo>
                  <a:lnTo>
                    <a:pt x="17704156" y="5833986"/>
                  </a:lnTo>
                  <a:lnTo>
                    <a:pt x="17910518" y="5703798"/>
                  </a:lnTo>
                  <a:lnTo>
                    <a:pt x="17923955" y="5666371"/>
                  </a:lnTo>
                  <a:lnTo>
                    <a:pt x="17663884" y="5829516"/>
                  </a:lnTo>
                  <a:lnTo>
                    <a:pt x="17398276" y="5990412"/>
                  </a:lnTo>
                  <a:lnTo>
                    <a:pt x="17102582" y="6162941"/>
                  </a:lnTo>
                  <a:lnTo>
                    <a:pt x="16932974" y="6259296"/>
                  </a:lnTo>
                  <a:lnTo>
                    <a:pt x="16537712" y="6477597"/>
                  </a:lnTo>
                  <a:lnTo>
                    <a:pt x="16012376" y="6755625"/>
                  </a:lnTo>
                  <a:lnTo>
                    <a:pt x="15808084" y="6859625"/>
                  </a:lnTo>
                  <a:lnTo>
                    <a:pt x="16088297" y="6475895"/>
                  </a:lnTo>
                  <a:lnTo>
                    <a:pt x="16419729" y="6009106"/>
                  </a:lnTo>
                  <a:lnTo>
                    <a:pt x="16737711" y="5545836"/>
                  </a:lnTo>
                  <a:lnTo>
                    <a:pt x="17193679" y="4857902"/>
                  </a:lnTo>
                  <a:lnTo>
                    <a:pt x="17282732" y="4718824"/>
                  </a:lnTo>
                  <a:lnTo>
                    <a:pt x="18135410" y="5071580"/>
                  </a:lnTo>
                  <a:lnTo>
                    <a:pt x="18153545" y="5020437"/>
                  </a:lnTo>
                  <a:close/>
                </a:path>
                <a:path w="18288000" h="10287000">
                  <a:moveTo>
                    <a:pt x="18264709" y="8471433"/>
                  </a:moveTo>
                  <a:lnTo>
                    <a:pt x="17456150" y="8065884"/>
                  </a:lnTo>
                  <a:lnTo>
                    <a:pt x="17185145" y="7926514"/>
                  </a:lnTo>
                  <a:lnTo>
                    <a:pt x="17167708" y="7978661"/>
                  </a:lnTo>
                  <a:lnTo>
                    <a:pt x="17969840" y="8386318"/>
                  </a:lnTo>
                  <a:lnTo>
                    <a:pt x="18235702" y="8518017"/>
                  </a:lnTo>
                  <a:lnTo>
                    <a:pt x="18264709" y="8471433"/>
                  </a:lnTo>
                  <a:close/>
                </a:path>
                <a:path w="18288000" h="10287000">
                  <a:moveTo>
                    <a:pt x="18287988" y="5427192"/>
                  </a:moveTo>
                  <a:lnTo>
                    <a:pt x="18067046" y="5573890"/>
                  </a:lnTo>
                  <a:lnTo>
                    <a:pt x="17977384" y="5632081"/>
                  </a:lnTo>
                  <a:lnTo>
                    <a:pt x="17964239" y="5669229"/>
                  </a:lnTo>
                  <a:lnTo>
                    <a:pt x="18167795" y="5536057"/>
                  </a:lnTo>
                  <a:lnTo>
                    <a:pt x="18287988" y="5455348"/>
                  </a:lnTo>
                  <a:lnTo>
                    <a:pt x="18287988" y="5427192"/>
                  </a:lnTo>
                  <a:close/>
                </a:path>
                <a:path w="18288000" h="10287000">
                  <a:moveTo>
                    <a:pt x="18287988" y="5077726"/>
                  </a:moveTo>
                  <a:lnTo>
                    <a:pt x="18187988" y="5035004"/>
                  </a:lnTo>
                  <a:lnTo>
                    <a:pt x="18169979" y="5086159"/>
                  </a:lnTo>
                  <a:lnTo>
                    <a:pt x="18287988" y="5136591"/>
                  </a:lnTo>
                  <a:lnTo>
                    <a:pt x="18287988" y="5077726"/>
                  </a:lnTo>
                  <a:close/>
                </a:path>
                <a:path w="18288000" h="10287000">
                  <a:moveTo>
                    <a:pt x="18287988" y="3019463"/>
                  </a:moveTo>
                  <a:lnTo>
                    <a:pt x="18213553" y="3145917"/>
                  </a:lnTo>
                  <a:lnTo>
                    <a:pt x="17828845" y="3785705"/>
                  </a:lnTo>
                  <a:lnTo>
                    <a:pt x="17671199" y="4041025"/>
                  </a:lnTo>
                  <a:lnTo>
                    <a:pt x="17722063" y="4019448"/>
                  </a:lnTo>
                  <a:lnTo>
                    <a:pt x="18007241" y="3552533"/>
                  </a:lnTo>
                  <a:lnTo>
                    <a:pt x="18287988" y="3079331"/>
                  </a:lnTo>
                  <a:lnTo>
                    <a:pt x="18287988" y="3019463"/>
                  </a:lnTo>
                  <a:close/>
                </a:path>
                <a:path w="18288000" h="10287000">
                  <a:moveTo>
                    <a:pt x="18288000" y="8434006"/>
                  </a:moveTo>
                  <a:lnTo>
                    <a:pt x="18264709" y="8471433"/>
                  </a:lnTo>
                  <a:lnTo>
                    <a:pt x="18257508" y="8483117"/>
                  </a:lnTo>
                  <a:lnTo>
                    <a:pt x="18242992" y="8506409"/>
                  </a:lnTo>
                  <a:lnTo>
                    <a:pt x="18235702" y="8518017"/>
                  </a:lnTo>
                  <a:lnTo>
                    <a:pt x="18021135" y="8860155"/>
                  </a:lnTo>
                  <a:lnTo>
                    <a:pt x="17885017" y="9074772"/>
                  </a:lnTo>
                  <a:lnTo>
                    <a:pt x="17747145" y="9289682"/>
                  </a:lnTo>
                  <a:lnTo>
                    <a:pt x="17719358" y="9332684"/>
                  </a:lnTo>
                  <a:lnTo>
                    <a:pt x="17612665" y="9500845"/>
                  </a:lnTo>
                  <a:lnTo>
                    <a:pt x="17477766" y="9710966"/>
                  </a:lnTo>
                  <a:lnTo>
                    <a:pt x="17259084" y="10047148"/>
                  </a:lnTo>
                  <a:lnTo>
                    <a:pt x="17101566" y="10287000"/>
                  </a:lnTo>
                  <a:lnTo>
                    <a:pt x="17150677" y="10287000"/>
                  </a:lnTo>
                  <a:lnTo>
                    <a:pt x="17292816" y="10069055"/>
                  </a:lnTo>
                  <a:lnTo>
                    <a:pt x="17510532" y="9732112"/>
                  </a:lnTo>
                  <a:lnTo>
                    <a:pt x="17644847" y="9521507"/>
                  </a:lnTo>
                  <a:lnTo>
                    <a:pt x="17751070" y="9352978"/>
                  </a:lnTo>
                  <a:lnTo>
                    <a:pt x="17806620" y="9266479"/>
                  </a:lnTo>
                  <a:lnTo>
                    <a:pt x="17916767" y="9093530"/>
                  </a:lnTo>
                  <a:lnTo>
                    <a:pt x="18052784" y="8877617"/>
                  </a:lnTo>
                  <a:lnTo>
                    <a:pt x="18267134" y="8533447"/>
                  </a:lnTo>
                  <a:lnTo>
                    <a:pt x="18274132" y="8536724"/>
                  </a:lnTo>
                  <a:lnTo>
                    <a:pt x="18287988" y="8543582"/>
                  </a:lnTo>
                  <a:lnTo>
                    <a:pt x="18287988" y="8499894"/>
                  </a:lnTo>
                  <a:lnTo>
                    <a:pt x="18288000" y="8434006"/>
                  </a:lnTo>
                  <a:close/>
                </a:path>
              </a:pathLst>
            </a:custGeom>
            <a:solidFill>
              <a:srgbClr val="00408C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1"/>
            <p:cNvSpPr/>
            <p:nvPr/>
          </p:nvSpPr>
          <p:spPr>
            <a:xfrm>
              <a:off x="0" y="11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3479139" y="1076363"/>
                  </a:moveTo>
                  <a:lnTo>
                    <a:pt x="3429990" y="1076363"/>
                  </a:lnTo>
                  <a:lnTo>
                    <a:pt x="3374987" y="1241247"/>
                  </a:lnTo>
                  <a:lnTo>
                    <a:pt x="3092805" y="2076919"/>
                  </a:lnTo>
                  <a:lnTo>
                    <a:pt x="3132950" y="2094204"/>
                  </a:lnTo>
                  <a:lnTo>
                    <a:pt x="3479139" y="1076363"/>
                  </a:lnTo>
                  <a:close/>
                </a:path>
                <a:path w="18288000" h="10287000">
                  <a:moveTo>
                    <a:pt x="7029437" y="9531566"/>
                  </a:moveTo>
                  <a:lnTo>
                    <a:pt x="6581788" y="9118778"/>
                  </a:lnTo>
                  <a:lnTo>
                    <a:pt x="6136678" y="8720823"/>
                  </a:lnTo>
                  <a:lnTo>
                    <a:pt x="5913018" y="8525446"/>
                  </a:lnTo>
                  <a:lnTo>
                    <a:pt x="5362651" y="8060957"/>
                  </a:lnTo>
                  <a:lnTo>
                    <a:pt x="4811306" y="7614323"/>
                  </a:lnTo>
                  <a:lnTo>
                    <a:pt x="4232465" y="7165327"/>
                  </a:lnTo>
                  <a:lnTo>
                    <a:pt x="3667595" y="6744081"/>
                  </a:lnTo>
                  <a:lnTo>
                    <a:pt x="3082734" y="6326949"/>
                  </a:lnTo>
                  <a:lnTo>
                    <a:pt x="2556459" y="5967781"/>
                  </a:lnTo>
                  <a:lnTo>
                    <a:pt x="1893366" y="5533326"/>
                  </a:lnTo>
                  <a:lnTo>
                    <a:pt x="1294726" y="5159730"/>
                  </a:lnTo>
                  <a:lnTo>
                    <a:pt x="674230" y="4790364"/>
                  </a:lnTo>
                  <a:lnTo>
                    <a:pt x="0" y="4409211"/>
                  </a:lnTo>
                  <a:lnTo>
                    <a:pt x="0" y="4424502"/>
                  </a:lnTo>
                  <a:lnTo>
                    <a:pt x="626211" y="4781689"/>
                  </a:lnTo>
                  <a:lnTo>
                    <a:pt x="705650" y="4828108"/>
                  </a:lnTo>
                  <a:lnTo>
                    <a:pt x="1350441" y="5217452"/>
                  </a:lnTo>
                  <a:lnTo>
                    <a:pt x="1800021" y="5500624"/>
                  </a:lnTo>
                  <a:lnTo>
                    <a:pt x="1560309" y="6051588"/>
                  </a:lnTo>
                  <a:lnTo>
                    <a:pt x="1232141" y="6771221"/>
                  </a:lnTo>
                  <a:lnTo>
                    <a:pt x="967130" y="7325715"/>
                  </a:lnTo>
                  <a:lnTo>
                    <a:pt x="708926" y="7846288"/>
                  </a:lnTo>
                  <a:lnTo>
                    <a:pt x="420763" y="8404860"/>
                  </a:lnTo>
                  <a:lnTo>
                    <a:pt x="179247" y="8854834"/>
                  </a:lnTo>
                  <a:lnTo>
                    <a:pt x="70942" y="9054719"/>
                  </a:lnTo>
                  <a:lnTo>
                    <a:pt x="0" y="9180957"/>
                  </a:lnTo>
                  <a:lnTo>
                    <a:pt x="0" y="9231389"/>
                  </a:lnTo>
                  <a:lnTo>
                    <a:pt x="110147" y="9036075"/>
                  </a:lnTo>
                  <a:lnTo>
                    <a:pt x="416420" y="8471459"/>
                  </a:lnTo>
                  <a:lnTo>
                    <a:pt x="648284" y="8028686"/>
                  </a:lnTo>
                  <a:lnTo>
                    <a:pt x="913320" y="7503528"/>
                  </a:lnTo>
                  <a:lnTo>
                    <a:pt x="1179868" y="6955396"/>
                  </a:lnTo>
                  <a:lnTo>
                    <a:pt x="1437919" y="6404064"/>
                  </a:lnTo>
                  <a:lnTo>
                    <a:pt x="1669351" y="5888774"/>
                  </a:lnTo>
                  <a:lnTo>
                    <a:pt x="1830006" y="5519509"/>
                  </a:lnTo>
                  <a:lnTo>
                    <a:pt x="1899653" y="5563362"/>
                  </a:lnTo>
                  <a:lnTo>
                    <a:pt x="2473287" y="5941987"/>
                  </a:lnTo>
                  <a:lnTo>
                    <a:pt x="3026003" y="6321209"/>
                  </a:lnTo>
                  <a:lnTo>
                    <a:pt x="3114954" y="6383604"/>
                  </a:lnTo>
                  <a:lnTo>
                    <a:pt x="3650157" y="6767792"/>
                  </a:lnTo>
                  <a:lnTo>
                    <a:pt x="4291812" y="7250709"/>
                  </a:lnTo>
                  <a:lnTo>
                    <a:pt x="4790452" y="7640612"/>
                  </a:lnTo>
                  <a:lnTo>
                    <a:pt x="5339854" y="8088389"/>
                  </a:lnTo>
                  <a:lnTo>
                    <a:pt x="5888304" y="8554021"/>
                  </a:lnTo>
                  <a:lnTo>
                    <a:pt x="6336195" y="8950642"/>
                  </a:lnTo>
                  <a:lnTo>
                    <a:pt x="6669468" y="9255023"/>
                  </a:lnTo>
                  <a:lnTo>
                    <a:pt x="6528244" y="9472130"/>
                  </a:lnTo>
                  <a:lnTo>
                    <a:pt x="6517957" y="9488119"/>
                  </a:lnTo>
                  <a:lnTo>
                    <a:pt x="5998337" y="10287000"/>
                  </a:lnTo>
                  <a:lnTo>
                    <a:pt x="6009030" y="10287000"/>
                  </a:lnTo>
                  <a:lnTo>
                    <a:pt x="6115050" y="10204653"/>
                  </a:lnTo>
                  <a:lnTo>
                    <a:pt x="6707505" y="9289758"/>
                  </a:lnTo>
                  <a:lnTo>
                    <a:pt x="6778803" y="9354858"/>
                  </a:lnTo>
                  <a:lnTo>
                    <a:pt x="6994296" y="9556140"/>
                  </a:lnTo>
                  <a:lnTo>
                    <a:pt x="7029437" y="9531566"/>
                  </a:lnTo>
                  <a:close/>
                </a:path>
                <a:path w="18288000" h="10287000">
                  <a:moveTo>
                    <a:pt x="8138439" y="6996684"/>
                  </a:moveTo>
                  <a:lnTo>
                    <a:pt x="6692544" y="9219667"/>
                  </a:lnTo>
                  <a:lnTo>
                    <a:pt x="6730403" y="9254388"/>
                  </a:lnTo>
                  <a:lnTo>
                    <a:pt x="7782827" y="7629334"/>
                  </a:lnTo>
                  <a:lnTo>
                    <a:pt x="8101012" y="7137844"/>
                  </a:lnTo>
                  <a:lnTo>
                    <a:pt x="8138439" y="6996684"/>
                  </a:lnTo>
                  <a:close/>
                </a:path>
                <a:path w="18288000" h="10287000">
                  <a:moveTo>
                    <a:pt x="9747352" y="1013790"/>
                  </a:moveTo>
                  <a:lnTo>
                    <a:pt x="9720491" y="1014361"/>
                  </a:lnTo>
                  <a:lnTo>
                    <a:pt x="9476461" y="1936902"/>
                  </a:lnTo>
                  <a:lnTo>
                    <a:pt x="8444471" y="5839676"/>
                  </a:lnTo>
                  <a:lnTo>
                    <a:pt x="8478050" y="5876112"/>
                  </a:lnTo>
                  <a:lnTo>
                    <a:pt x="9747352" y="1013790"/>
                  </a:lnTo>
                  <a:close/>
                </a:path>
                <a:path w="18288000" h="10287000">
                  <a:moveTo>
                    <a:pt x="12050636" y="961644"/>
                  </a:moveTo>
                  <a:lnTo>
                    <a:pt x="12015635" y="962494"/>
                  </a:lnTo>
                  <a:lnTo>
                    <a:pt x="11931053" y="1102080"/>
                  </a:lnTo>
                  <a:lnTo>
                    <a:pt x="11283328" y="2144877"/>
                  </a:lnTo>
                  <a:lnTo>
                    <a:pt x="8702650" y="6129286"/>
                  </a:lnTo>
                  <a:lnTo>
                    <a:pt x="8732368" y="6163005"/>
                  </a:lnTo>
                  <a:lnTo>
                    <a:pt x="11048987" y="2576182"/>
                  </a:lnTo>
                  <a:lnTo>
                    <a:pt x="11636807" y="1640103"/>
                  </a:lnTo>
                  <a:lnTo>
                    <a:pt x="12050636" y="961644"/>
                  </a:lnTo>
                  <a:close/>
                </a:path>
                <a:path w="18288000" h="10287000">
                  <a:moveTo>
                    <a:pt x="15541320" y="6287313"/>
                  </a:moveTo>
                  <a:lnTo>
                    <a:pt x="15538692" y="5521985"/>
                  </a:lnTo>
                  <a:lnTo>
                    <a:pt x="15520073" y="4614100"/>
                  </a:lnTo>
                  <a:lnTo>
                    <a:pt x="15484069" y="3744417"/>
                  </a:lnTo>
                  <a:lnTo>
                    <a:pt x="15437688" y="2962376"/>
                  </a:lnTo>
                  <a:lnTo>
                    <a:pt x="15373960" y="2149868"/>
                  </a:lnTo>
                  <a:lnTo>
                    <a:pt x="15288756" y="1262532"/>
                  </a:lnTo>
                  <a:lnTo>
                    <a:pt x="15242616" y="865911"/>
                  </a:lnTo>
                  <a:lnTo>
                    <a:pt x="15212175" y="867054"/>
                  </a:lnTo>
                  <a:lnTo>
                    <a:pt x="15257475" y="1265821"/>
                  </a:lnTo>
                  <a:lnTo>
                    <a:pt x="15338006" y="2127046"/>
                  </a:lnTo>
                  <a:lnTo>
                    <a:pt x="15397963" y="2909722"/>
                  </a:lnTo>
                  <a:lnTo>
                    <a:pt x="15447633" y="3785997"/>
                  </a:lnTo>
                  <a:lnTo>
                    <a:pt x="15481211" y="4695672"/>
                  </a:lnTo>
                  <a:lnTo>
                    <a:pt x="15486634" y="4998834"/>
                  </a:lnTo>
                  <a:lnTo>
                    <a:pt x="14972145" y="5231600"/>
                  </a:lnTo>
                  <a:lnTo>
                    <a:pt x="13443953" y="5938685"/>
                  </a:lnTo>
                  <a:lnTo>
                    <a:pt x="12558078" y="6362497"/>
                  </a:lnTo>
                  <a:lnTo>
                    <a:pt x="11704168" y="6785838"/>
                  </a:lnTo>
                  <a:lnTo>
                    <a:pt x="10990034" y="7152741"/>
                  </a:lnTo>
                  <a:lnTo>
                    <a:pt x="10345331" y="7496061"/>
                  </a:lnTo>
                  <a:lnTo>
                    <a:pt x="9966668" y="7703769"/>
                  </a:lnTo>
                  <a:lnTo>
                    <a:pt x="9993668" y="7739913"/>
                  </a:lnTo>
                  <a:lnTo>
                    <a:pt x="10600754" y="7407300"/>
                  </a:lnTo>
                  <a:lnTo>
                    <a:pt x="11322545" y="7026846"/>
                  </a:lnTo>
                  <a:lnTo>
                    <a:pt x="12195378" y="6584340"/>
                  </a:lnTo>
                  <a:lnTo>
                    <a:pt x="12937046" y="6221298"/>
                  </a:lnTo>
                  <a:lnTo>
                    <a:pt x="13563968" y="5921832"/>
                  </a:lnTo>
                  <a:lnTo>
                    <a:pt x="15347176" y="5096891"/>
                  </a:lnTo>
                  <a:lnTo>
                    <a:pt x="15487257" y="5033391"/>
                  </a:lnTo>
                  <a:lnTo>
                    <a:pt x="15495258" y="5479389"/>
                  </a:lnTo>
                  <a:lnTo>
                    <a:pt x="15496248" y="5777179"/>
                  </a:lnTo>
                  <a:lnTo>
                    <a:pt x="15495905" y="6286944"/>
                  </a:lnTo>
                  <a:lnTo>
                    <a:pt x="15480780" y="7098982"/>
                  </a:lnTo>
                  <a:lnTo>
                    <a:pt x="15455786" y="7800784"/>
                  </a:lnTo>
                  <a:lnTo>
                    <a:pt x="15420569" y="8476107"/>
                  </a:lnTo>
                  <a:lnTo>
                    <a:pt x="15374201" y="9181948"/>
                  </a:lnTo>
                  <a:lnTo>
                    <a:pt x="15326652" y="9776854"/>
                  </a:lnTo>
                  <a:lnTo>
                    <a:pt x="15278227" y="10287000"/>
                  </a:lnTo>
                  <a:lnTo>
                    <a:pt x="15333167" y="10287000"/>
                  </a:lnTo>
                  <a:lnTo>
                    <a:pt x="15380945" y="9781642"/>
                  </a:lnTo>
                  <a:lnTo>
                    <a:pt x="15428494" y="9185948"/>
                  </a:lnTo>
                  <a:lnTo>
                    <a:pt x="15472550" y="8496389"/>
                  </a:lnTo>
                  <a:lnTo>
                    <a:pt x="15506510" y="7802499"/>
                  </a:lnTo>
                  <a:lnTo>
                    <a:pt x="15529078" y="7100265"/>
                  </a:lnTo>
                  <a:lnTo>
                    <a:pt x="15541320" y="6287313"/>
                  </a:lnTo>
                  <a:close/>
                </a:path>
                <a:path w="18288000" h="10287000">
                  <a:moveTo>
                    <a:pt x="18287988" y="3779850"/>
                  </a:moveTo>
                  <a:lnTo>
                    <a:pt x="17944948" y="3924579"/>
                  </a:lnTo>
                  <a:lnTo>
                    <a:pt x="16330918" y="4622876"/>
                  </a:lnTo>
                  <a:lnTo>
                    <a:pt x="15528366" y="4980000"/>
                  </a:lnTo>
                  <a:lnTo>
                    <a:pt x="15529217" y="5014430"/>
                  </a:lnTo>
                  <a:lnTo>
                    <a:pt x="17282808" y="4237863"/>
                  </a:lnTo>
                  <a:lnTo>
                    <a:pt x="18287988" y="3806710"/>
                  </a:lnTo>
                  <a:lnTo>
                    <a:pt x="18287988" y="3779850"/>
                  </a:lnTo>
                  <a:close/>
                </a:path>
                <a:path w="18288000" h="10287000">
                  <a:moveTo>
                    <a:pt x="18287988" y="690753"/>
                  </a:moveTo>
                  <a:lnTo>
                    <a:pt x="15235784" y="807377"/>
                  </a:lnTo>
                  <a:lnTo>
                    <a:pt x="15195322" y="459397"/>
                  </a:lnTo>
                  <a:lnTo>
                    <a:pt x="15133689" y="0"/>
                  </a:lnTo>
                  <a:lnTo>
                    <a:pt x="15105380" y="0"/>
                  </a:lnTo>
                  <a:lnTo>
                    <a:pt x="15160079" y="412026"/>
                  </a:lnTo>
                  <a:lnTo>
                    <a:pt x="15205494" y="808532"/>
                  </a:lnTo>
                  <a:lnTo>
                    <a:pt x="12974473" y="893775"/>
                  </a:lnTo>
                  <a:lnTo>
                    <a:pt x="12078830" y="914400"/>
                  </a:lnTo>
                  <a:lnTo>
                    <a:pt x="12438875" y="304647"/>
                  </a:lnTo>
                  <a:lnTo>
                    <a:pt x="12613716" y="0"/>
                  </a:lnTo>
                  <a:lnTo>
                    <a:pt x="12582906" y="0"/>
                  </a:lnTo>
                  <a:lnTo>
                    <a:pt x="12259983" y="554291"/>
                  </a:lnTo>
                  <a:lnTo>
                    <a:pt x="12044121" y="915200"/>
                  </a:lnTo>
                  <a:lnTo>
                    <a:pt x="9759340" y="967790"/>
                  </a:lnTo>
                  <a:lnTo>
                    <a:pt x="10011918" y="0"/>
                  </a:lnTo>
                  <a:lnTo>
                    <a:pt x="9988664" y="0"/>
                  </a:lnTo>
                  <a:lnTo>
                    <a:pt x="9732505" y="968413"/>
                  </a:lnTo>
                  <a:lnTo>
                    <a:pt x="7661669" y="1016076"/>
                  </a:lnTo>
                  <a:lnTo>
                    <a:pt x="3488613" y="1048397"/>
                  </a:lnTo>
                  <a:lnTo>
                    <a:pt x="3839908" y="0"/>
                  </a:lnTo>
                  <a:lnTo>
                    <a:pt x="3787190" y="0"/>
                  </a:lnTo>
                  <a:lnTo>
                    <a:pt x="3439223" y="1048778"/>
                  </a:lnTo>
                  <a:lnTo>
                    <a:pt x="2052396" y="1059510"/>
                  </a:lnTo>
                  <a:lnTo>
                    <a:pt x="216674" y="1053261"/>
                  </a:lnTo>
                  <a:lnTo>
                    <a:pt x="0" y="988644"/>
                  </a:lnTo>
                  <a:lnTo>
                    <a:pt x="0" y="1003503"/>
                  </a:lnTo>
                  <a:lnTo>
                    <a:pt x="165074" y="1053084"/>
                  </a:lnTo>
                  <a:lnTo>
                    <a:pt x="0" y="1052512"/>
                  </a:lnTo>
                  <a:lnTo>
                    <a:pt x="0" y="1062507"/>
                  </a:lnTo>
                  <a:lnTo>
                    <a:pt x="202844" y="1064564"/>
                  </a:lnTo>
                  <a:lnTo>
                    <a:pt x="570458" y="1178509"/>
                  </a:lnTo>
                  <a:lnTo>
                    <a:pt x="1032319" y="1327632"/>
                  </a:lnTo>
                  <a:lnTo>
                    <a:pt x="1557756" y="1506855"/>
                  </a:lnTo>
                  <a:lnTo>
                    <a:pt x="1934959" y="1642478"/>
                  </a:lnTo>
                  <a:lnTo>
                    <a:pt x="2272487" y="1769237"/>
                  </a:lnTo>
                  <a:lnTo>
                    <a:pt x="2566746" y="1884324"/>
                  </a:lnTo>
                  <a:lnTo>
                    <a:pt x="2895282" y="2019084"/>
                  </a:lnTo>
                  <a:lnTo>
                    <a:pt x="3084715" y="2100402"/>
                  </a:lnTo>
                  <a:lnTo>
                    <a:pt x="2699474" y="3200489"/>
                  </a:lnTo>
                  <a:lnTo>
                    <a:pt x="2433751" y="3921798"/>
                  </a:lnTo>
                  <a:lnTo>
                    <a:pt x="2210409" y="4501223"/>
                  </a:lnTo>
                  <a:lnTo>
                    <a:pt x="1974240" y="5085588"/>
                  </a:lnTo>
                  <a:lnTo>
                    <a:pt x="1808645" y="5480342"/>
                  </a:lnTo>
                  <a:lnTo>
                    <a:pt x="1838794" y="5499201"/>
                  </a:lnTo>
                  <a:lnTo>
                    <a:pt x="2012238" y="5088585"/>
                  </a:lnTo>
                  <a:lnTo>
                    <a:pt x="2274417" y="4442218"/>
                  </a:lnTo>
                  <a:lnTo>
                    <a:pt x="2506967" y="3838625"/>
                  </a:lnTo>
                  <a:lnTo>
                    <a:pt x="2823019" y="2977565"/>
                  </a:lnTo>
                  <a:lnTo>
                    <a:pt x="3124885" y="2117648"/>
                  </a:lnTo>
                  <a:lnTo>
                    <a:pt x="3215386" y="2156485"/>
                  </a:lnTo>
                  <a:lnTo>
                    <a:pt x="3487699" y="2278481"/>
                  </a:lnTo>
                  <a:lnTo>
                    <a:pt x="3718687" y="2385923"/>
                  </a:lnTo>
                  <a:lnTo>
                    <a:pt x="3954742" y="2499880"/>
                  </a:lnTo>
                  <a:lnTo>
                    <a:pt x="4165943" y="2605417"/>
                  </a:lnTo>
                  <a:lnTo>
                    <a:pt x="4428541" y="2741866"/>
                  </a:lnTo>
                  <a:lnTo>
                    <a:pt x="4649762" y="2861500"/>
                  </a:lnTo>
                  <a:lnTo>
                    <a:pt x="4875034" y="2988030"/>
                  </a:lnTo>
                  <a:lnTo>
                    <a:pt x="5089791" y="3113316"/>
                  </a:lnTo>
                  <a:lnTo>
                    <a:pt x="5304066" y="3243186"/>
                  </a:lnTo>
                  <a:lnTo>
                    <a:pt x="5517642" y="3377768"/>
                  </a:lnTo>
                  <a:lnTo>
                    <a:pt x="5837352" y="3588677"/>
                  </a:lnTo>
                  <a:lnTo>
                    <a:pt x="6103163" y="3774808"/>
                  </a:lnTo>
                  <a:lnTo>
                    <a:pt x="6388646" y="3985590"/>
                  </a:lnTo>
                  <a:lnTo>
                    <a:pt x="6731825" y="4256773"/>
                  </a:lnTo>
                  <a:lnTo>
                    <a:pt x="6805269" y="4316946"/>
                  </a:lnTo>
                  <a:lnTo>
                    <a:pt x="7127405" y="4591113"/>
                  </a:lnTo>
                  <a:lnTo>
                    <a:pt x="7469645" y="4902136"/>
                  </a:lnTo>
                  <a:lnTo>
                    <a:pt x="7799845" y="5221452"/>
                  </a:lnTo>
                  <a:lnTo>
                    <a:pt x="7834401" y="5255463"/>
                  </a:lnTo>
                  <a:lnTo>
                    <a:pt x="8125549" y="5555348"/>
                  </a:lnTo>
                  <a:lnTo>
                    <a:pt x="8305889" y="5748096"/>
                  </a:lnTo>
                  <a:lnTo>
                    <a:pt x="8432432" y="5885446"/>
                  </a:lnTo>
                  <a:lnTo>
                    <a:pt x="8284311" y="6445326"/>
                  </a:lnTo>
                  <a:lnTo>
                    <a:pt x="7565657" y="9163520"/>
                  </a:lnTo>
                  <a:lnTo>
                    <a:pt x="7631239" y="9120086"/>
                  </a:lnTo>
                  <a:lnTo>
                    <a:pt x="8466163" y="5922061"/>
                  </a:lnTo>
                  <a:lnTo>
                    <a:pt x="8479904" y="5936970"/>
                  </a:lnTo>
                  <a:lnTo>
                    <a:pt x="8679167" y="6165532"/>
                  </a:lnTo>
                  <a:lnTo>
                    <a:pt x="8554352" y="6357315"/>
                  </a:lnTo>
                  <a:lnTo>
                    <a:pt x="8217306" y="6875373"/>
                  </a:lnTo>
                  <a:lnTo>
                    <a:pt x="8181162" y="7014400"/>
                  </a:lnTo>
                  <a:lnTo>
                    <a:pt x="8708809" y="6199517"/>
                  </a:lnTo>
                  <a:lnTo>
                    <a:pt x="8836812" y="6346317"/>
                  </a:lnTo>
                  <a:lnTo>
                    <a:pt x="9095562" y="6654495"/>
                  </a:lnTo>
                  <a:lnTo>
                    <a:pt x="9388691" y="7019379"/>
                  </a:lnTo>
                  <a:lnTo>
                    <a:pt x="9630486" y="7331011"/>
                  </a:lnTo>
                  <a:lnTo>
                    <a:pt x="9925926" y="7726185"/>
                  </a:lnTo>
                  <a:lnTo>
                    <a:pt x="9435274" y="8003984"/>
                  </a:lnTo>
                  <a:lnTo>
                    <a:pt x="8993200" y="8263052"/>
                  </a:lnTo>
                  <a:lnTo>
                    <a:pt x="8519414" y="8550973"/>
                  </a:lnTo>
                  <a:lnTo>
                    <a:pt x="8090624" y="8820315"/>
                  </a:lnTo>
                  <a:lnTo>
                    <a:pt x="7565657" y="9163520"/>
                  </a:lnTo>
                  <a:lnTo>
                    <a:pt x="7240562" y="9384398"/>
                  </a:lnTo>
                  <a:lnTo>
                    <a:pt x="6815417" y="9683445"/>
                  </a:lnTo>
                  <a:lnTo>
                    <a:pt x="6523558" y="9896018"/>
                  </a:lnTo>
                  <a:lnTo>
                    <a:pt x="6236538" y="10111473"/>
                  </a:lnTo>
                  <a:lnTo>
                    <a:pt x="6009030" y="10287000"/>
                  </a:lnTo>
                  <a:lnTo>
                    <a:pt x="6097587" y="10287000"/>
                  </a:lnTo>
                  <a:lnTo>
                    <a:pt x="6412408" y="10046741"/>
                  </a:lnTo>
                  <a:lnTo>
                    <a:pt x="6734162" y="9808934"/>
                  </a:lnTo>
                  <a:lnTo>
                    <a:pt x="7034708" y="9594266"/>
                  </a:lnTo>
                  <a:lnTo>
                    <a:pt x="7368019" y="9913988"/>
                  </a:lnTo>
                  <a:lnTo>
                    <a:pt x="7269734" y="10287000"/>
                  </a:lnTo>
                  <a:lnTo>
                    <a:pt x="7325461" y="10287000"/>
                  </a:lnTo>
                  <a:lnTo>
                    <a:pt x="7412088" y="9956267"/>
                  </a:lnTo>
                  <a:lnTo>
                    <a:pt x="7486497" y="10027628"/>
                  </a:lnTo>
                  <a:lnTo>
                    <a:pt x="7746632" y="10287000"/>
                  </a:lnTo>
                  <a:lnTo>
                    <a:pt x="7810855" y="10287000"/>
                  </a:lnTo>
                  <a:lnTo>
                    <a:pt x="7381062" y="9864611"/>
                  </a:lnTo>
                  <a:lnTo>
                    <a:pt x="7069709" y="9569272"/>
                  </a:lnTo>
                  <a:lnTo>
                    <a:pt x="7112317" y="9538830"/>
                  </a:lnTo>
                  <a:lnTo>
                    <a:pt x="7458227" y="9299588"/>
                  </a:lnTo>
                  <a:lnTo>
                    <a:pt x="7545311" y="9241155"/>
                  </a:lnTo>
                  <a:lnTo>
                    <a:pt x="7381062" y="9864611"/>
                  </a:lnTo>
                  <a:lnTo>
                    <a:pt x="7425068" y="9906762"/>
                  </a:lnTo>
                  <a:lnTo>
                    <a:pt x="7611097" y="9197010"/>
                  </a:lnTo>
                  <a:lnTo>
                    <a:pt x="7822514" y="9055151"/>
                  </a:lnTo>
                  <a:lnTo>
                    <a:pt x="8203171" y="8808199"/>
                  </a:lnTo>
                  <a:lnTo>
                    <a:pt x="8631999" y="8539112"/>
                  </a:lnTo>
                  <a:lnTo>
                    <a:pt x="9040139" y="8290623"/>
                  </a:lnTo>
                  <a:lnTo>
                    <a:pt x="9516326" y="8010715"/>
                  </a:lnTo>
                  <a:lnTo>
                    <a:pt x="9953104" y="7762519"/>
                  </a:lnTo>
                  <a:lnTo>
                    <a:pt x="10012413" y="7841843"/>
                  </a:lnTo>
                  <a:lnTo>
                    <a:pt x="10302634" y="8242186"/>
                  </a:lnTo>
                  <a:lnTo>
                    <a:pt x="10544023" y="8584311"/>
                  </a:lnTo>
                  <a:lnTo>
                    <a:pt x="11135449" y="9449143"/>
                  </a:lnTo>
                  <a:lnTo>
                    <a:pt x="11692306" y="10287000"/>
                  </a:lnTo>
                  <a:lnTo>
                    <a:pt x="11756873" y="10287000"/>
                  </a:lnTo>
                  <a:lnTo>
                    <a:pt x="11097247" y="9301607"/>
                  </a:lnTo>
                  <a:lnTo>
                    <a:pt x="10681754" y="8697747"/>
                  </a:lnTo>
                  <a:lnTo>
                    <a:pt x="10583609" y="8556587"/>
                  </a:lnTo>
                  <a:lnTo>
                    <a:pt x="10271938" y="8119046"/>
                  </a:lnTo>
                  <a:lnTo>
                    <a:pt x="9935629" y="7662138"/>
                  </a:lnTo>
                  <a:lnTo>
                    <a:pt x="9665348" y="7304291"/>
                  </a:lnTo>
                  <a:lnTo>
                    <a:pt x="9422422" y="6992671"/>
                  </a:lnTo>
                  <a:lnTo>
                    <a:pt x="9127985" y="6627774"/>
                  </a:lnTo>
                  <a:lnTo>
                    <a:pt x="8793950" y="6232728"/>
                  </a:lnTo>
                  <a:lnTo>
                    <a:pt x="8444471" y="5839676"/>
                  </a:lnTo>
                  <a:lnTo>
                    <a:pt x="8206791" y="5584418"/>
                  </a:lnTo>
                  <a:lnTo>
                    <a:pt x="7861122" y="5228742"/>
                  </a:lnTo>
                  <a:lnTo>
                    <a:pt x="7494638" y="4875276"/>
                  </a:lnTo>
                  <a:lnTo>
                    <a:pt x="7150887" y="4564380"/>
                  </a:lnTo>
                  <a:lnTo>
                    <a:pt x="6826923" y="4289857"/>
                  </a:lnTo>
                  <a:lnTo>
                    <a:pt x="6753187" y="4229684"/>
                  </a:lnTo>
                  <a:lnTo>
                    <a:pt x="6409372" y="3959301"/>
                  </a:lnTo>
                  <a:lnTo>
                    <a:pt x="6166574" y="3780155"/>
                  </a:lnTo>
                  <a:lnTo>
                    <a:pt x="6122225" y="3748316"/>
                  </a:lnTo>
                  <a:lnTo>
                    <a:pt x="5900471" y="3593084"/>
                  </a:lnTo>
                  <a:lnTo>
                    <a:pt x="5605119" y="3397224"/>
                  </a:lnTo>
                  <a:lnTo>
                    <a:pt x="5431040" y="3286226"/>
                  </a:lnTo>
                  <a:lnTo>
                    <a:pt x="5212740" y="3151949"/>
                  </a:lnTo>
                  <a:lnTo>
                    <a:pt x="4993856" y="3022498"/>
                  </a:lnTo>
                  <a:lnTo>
                    <a:pt x="4813541" y="2919272"/>
                  </a:lnTo>
                  <a:lnTo>
                    <a:pt x="4590313" y="2796222"/>
                  </a:lnTo>
                  <a:lnTo>
                    <a:pt x="4336656" y="2661945"/>
                  </a:lnTo>
                  <a:lnTo>
                    <a:pt x="4090543" y="2536837"/>
                  </a:lnTo>
                  <a:lnTo>
                    <a:pt x="3817048" y="2403538"/>
                  </a:lnTo>
                  <a:lnTo>
                    <a:pt x="3543668" y="2275967"/>
                  </a:lnTo>
                  <a:lnTo>
                    <a:pt x="3269310" y="2153335"/>
                  </a:lnTo>
                  <a:lnTo>
                    <a:pt x="2950553" y="2016683"/>
                  </a:lnTo>
                  <a:lnTo>
                    <a:pt x="2621648" y="1882051"/>
                  </a:lnTo>
                  <a:lnTo>
                    <a:pt x="2280107" y="1749145"/>
                  </a:lnTo>
                  <a:lnTo>
                    <a:pt x="1894166" y="1606003"/>
                  </a:lnTo>
                  <a:lnTo>
                    <a:pt x="1463751" y="1453984"/>
                  </a:lnTo>
                  <a:lnTo>
                    <a:pt x="1060018" y="1318171"/>
                  </a:lnTo>
                  <a:lnTo>
                    <a:pt x="529336" y="1148803"/>
                  </a:lnTo>
                  <a:lnTo>
                    <a:pt x="255739" y="1065085"/>
                  </a:lnTo>
                  <a:lnTo>
                    <a:pt x="5949594" y="1066076"/>
                  </a:lnTo>
                  <a:lnTo>
                    <a:pt x="10117480" y="1006284"/>
                  </a:lnTo>
                  <a:lnTo>
                    <a:pt x="15111210" y="870559"/>
                  </a:lnTo>
                  <a:lnTo>
                    <a:pt x="18287708" y="745464"/>
                  </a:lnTo>
                  <a:lnTo>
                    <a:pt x="18287988" y="690753"/>
                  </a:lnTo>
                  <a:close/>
                </a:path>
                <a:path w="18288000" h="10287000">
                  <a:moveTo>
                    <a:pt x="18288000" y="4643094"/>
                  </a:moveTo>
                  <a:lnTo>
                    <a:pt x="18153545" y="5020437"/>
                  </a:lnTo>
                  <a:lnTo>
                    <a:pt x="18135410" y="5071580"/>
                  </a:lnTo>
                  <a:lnTo>
                    <a:pt x="17923955" y="5666371"/>
                  </a:lnTo>
                  <a:lnTo>
                    <a:pt x="17740084" y="6185370"/>
                  </a:lnTo>
                  <a:lnTo>
                    <a:pt x="17620984" y="6523825"/>
                  </a:lnTo>
                  <a:lnTo>
                    <a:pt x="17519269" y="6814617"/>
                  </a:lnTo>
                  <a:lnTo>
                    <a:pt x="17470158" y="6955523"/>
                  </a:lnTo>
                  <a:lnTo>
                    <a:pt x="17465040" y="6970103"/>
                  </a:lnTo>
                  <a:lnTo>
                    <a:pt x="17370171" y="7243889"/>
                  </a:lnTo>
                  <a:lnTo>
                    <a:pt x="17322965" y="7380897"/>
                  </a:lnTo>
                  <a:lnTo>
                    <a:pt x="17256519" y="7574597"/>
                  </a:lnTo>
                  <a:lnTo>
                    <a:pt x="17222813" y="7673378"/>
                  </a:lnTo>
                  <a:lnTo>
                    <a:pt x="17189285" y="7772209"/>
                  </a:lnTo>
                  <a:lnTo>
                    <a:pt x="17185564" y="7783042"/>
                  </a:lnTo>
                  <a:lnTo>
                    <a:pt x="17174566" y="7815643"/>
                  </a:lnTo>
                  <a:lnTo>
                    <a:pt x="17159377" y="7860424"/>
                  </a:lnTo>
                  <a:lnTo>
                    <a:pt x="17151808" y="7882826"/>
                  </a:lnTo>
                  <a:lnTo>
                    <a:pt x="17144276" y="7905216"/>
                  </a:lnTo>
                  <a:lnTo>
                    <a:pt x="17139806" y="7918209"/>
                  </a:lnTo>
                  <a:lnTo>
                    <a:pt x="17135374" y="7931239"/>
                  </a:lnTo>
                  <a:lnTo>
                    <a:pt x="17078186" y="8101216"/>
                  </a:lnTo>
                  <a:lnTo>
                    <a:pt x="17030078" y="8245068"/>
                  </a:lnTo>
                  <a:lnTo>
                    <a:pt x="16982263" y="8388896"/>
                  </a:lnTo>
                  <a:lnTo>
                    <a:pt x="16934739" y="8532698"/>
                  </a:lnTo>
                  <a:lnTo>
                    <a:pt x="16887533" y="8676449"/>
                  </a:lnTo>
                  <a:lnTo>
                    <a:pt x="16856240" y="8772246"/>
                  </a:lnTo>
                  <a:lnTo>
                    <a:pt x="16825100" y="8868016"/>
                  </a:lnTo>
                  <a:lnTo>
                    <a:pt x="16794112" y="8963749"/>
                  </a:lnTo>
                  <a:lnTo>
                    <a:pt x="16763340" y="9059278"/>
                  </a:lnTo>
                  <a:lnTo>
                    <a:pt x="16732619" y="9155074"/>
                  </a:lnTo>
                  <a:lnTo>
                    <a:pt x="16702126" y="9250655"/>
                  </a:lnTo>
                  <a:lnTo>
                    <a:pt x="16671798" y="9346184"/>
                  </a:lnTo>
                  <a:lnTo>
                    <a:pt x="16641648" y="9441650"/>
                  </a:lnTo>
                  <a:lnTo>
                    <a:pt x="16611676" y="9537052"/>
                  </a:lnTo>
                  <a:lnTo>
                    <a:pt x="16581882" y="9632378"/>
                  </a:lnTo>
                  <a:lnTo>
                    <a:pt x="16567061" y="9680016"/>
                  </a:lnTo>
                  <a:lnTo>
                    <a:pt x="16551885" y="9729000"/>
                  </a:lnTo>
                  <a:lnTo>
                    <a:pt x="16536772" y="9777971"/>
                  </a:lnTo>
                  <a:lnTo>
                    <a:pt x="16521722" y="9826930"/>
                  </a:lnTo>
                  <a:lnTo>
                    <a:pt x="16506736" y="9875850"/>
                  </a:lnTo>
                  <a:lnTo>
                    <a:pt x="16491814" y="9924758"/>
                  </a:lnTo>
                  <a:lnTo>
                    <a:pt x="16476955" y="9973640"/>
                  </a:lnTo>
                  <a:lnTo>
                    <a:pt x="16462159" y="10022510"/>
                  </a:lnTo>
                  <a:lnTo>
                    <a:pt x="16447427" y="10071341"/>
                  </a:lnTo>
                  <a:lnTo>
                    <a:pt x="16432759" y="10120147"/>
                  </a:lnTo>
                  <a:lnTo>
                    <a:pt x="16418154" y="10168928"/>
                  </a:lnTo>
                  <a:lnTo>
                    <a:pt x="16403625" y="10217696"/>
                  </a:lnTo>
                  <a:lnTo>
                    <a:pt x="16389147" y="10266426"/>
                  </a:lnTo>
                  <a:lnTo>
                    <a:pt x="16383064" y="10287000"/>
                  </a:lnTo>
                  <a:lnTo>
                    <a:pt x="16439020" y="10287000"/>
                  </a:lnTo>
                  <a:lnTo>
                    <a:pt x="16454641" y="10233990"/>
                  </a:lnTo>
                  <a:lnTo>
                    <a:pt x="16469081" y="10185146"/>
                  </a:lnTo>
                  <a:lnTo>
                    <a:pt x="16483584" y="10136289"/>
                  </a:lnTo>
                  <a:lnTo>
                    <a:pt x="16498138" y="10087394"/>
                  </a:lnTo>
                  <a:lnTo>
                    <a:pt x="16512756" y="10038474"/>
                  </a:lnTo>
                  <a:lnTo>
                    <a:pt x="16527412" y="9989528"/>
                  </a:lnTo>
                  <a:lnTo>
                    <a:pt x="16542131" y="9940544"/>
                  </a:lnTo>
                  <a:lnTo>
                    <a:pt x="16556901" y="9891547"/>
                  </a:lnTo>
                  <a:lnTo>
                    <a:pt x="16586594" y="9793478"/>
                  </a:lnTo>
                  <a:lnTo>
                    <a:pt x="16616502" y="9695307"/>
                  </a:lnTo>
                  <a:lnTo>
                    <a:pt x="16631501" y="9646488"/>
                  </a:lnTo>
                  <a:lnTo>
                    <a:pt x="16661664" y="9548800"/>
                  </a:lnTo>
                  <a:lnTo>
                    <a:pt x="16692017" y="9451035"/>
                  </a:lnTo>
                  <a:lnTo>
                    <a:pt x="16722560" y="9353194"/>
                  </a:lnTo>
                  <a:lnTo>
                    <a:pt x="16753294" y="9255290"/>
                  </a:lnTo>
                  <a:lnTo>
                    <a:pt x="16784206" y="9157310"/>
                  </a:lnTo>
                  <a:lnTo>
                    <a:pt x="16815257" y="9059431"/>
                  </a:lnTo>
                  <a:lnTo>
                    <a:pt x="16846576" y="8961196"/>
                  </a:lnTo>
                  <a:lnTo>
                    <a:pt x="16878008" y="8863076"/>
                  </a:lnTo>
                  <a:lnTo>
                    <a:pt x="16909606" y="8764905"/>
                  </a:lnTo>
                  <a:lnTo>
                    <a:pt x="16941369" y="8666696"/>
                  </a:lnTo>
                  <a:lnTo>
                    <a:pt x="16973271" y="8568449"/>
                  </a:lnTo>
                  <a:lnTo>
                    <a:pt x="17021417" y="8421052"/>
                  </a:lnTo>
                  <a:lnTo>
                    <a:pt x="17069893" y="8273605"/>
                  </a:lnTo>
                  <a:lnTo>
                    <a:pt x="17118661" y="8126133"/>
                  </a:lnTo>
                  <a:lnTo>
                    <a:pt x="17167708" y="7978661"/>
                  </a:lnTo>
                  <a:lnTo>
                    <a:pt x="17172026" y="7965592"/>
                  </a:lnTo>
                  <a:lnTo>
                    <a:pt x="17176369" y="7952524"/>
                  </a:lnTo>
                  <a:lnTo>
                    <a:pt x="17180751" y="7939494"/>
                  </a:lnTo>
                  <a:lnTo>
                    <a:pt x="17185145" y="7926514"/>
                  </a:lnTo>
                  <a:lnTo>
                    <a:pt x="17210342" y="7851229"/>
                  </a:lnTo>
                  <a:lnTo>
                    <a:pt x="17299102" y="7587323"/>
                  </a:lnTo>
                  <a:lnTo>
                    <a:pt x="17348734" y="7440739"/>
                  </a:lnTo>
                  <a:lnTo>
                    <a:pt x="17381335" y="7345235"/>
                  </a:lnTo>
                  <a:lnTo>
                    <a:pt x="17446740" y="7154418"/>
                  </a:lnTo>
                  <a:lnTo>
                    <a:pt x="17496041" y="7011390"/>
                  </a:lnTo>
                  <a:lnTo>
                    <a:pt x="17516323" y="6952107"/>
                  </a:lnTo>
                  <a:lnTo>
                    <a:pt x="17549305" y="6856628"/>
                  </a:lnTo>
                  <a:lnTo>
                    <a:pt x="17648543" y="6570573"/>
                  </a:lnTo>
                  <a:lnTo>
                    <a:pt x="17781334" y="6190145"/>
                  </a:lnTo>
                  <a:lnTo>
                    <a:pt x="17964239" y="5669229"/>
                  </a:lnTo>
                  <a:lnTo>
                    <a:pt x="17977384" y="5632081"/>
                  </a:lnTo>
                  <a:lnTo>
                    <a:pt x="18149494" y="5143944"/>
                  </a:lnTo>
                  <a:lnTo>
                    <a:pt x="18169979" y="5086159"/>
                  </a:lnTo>
                  <a:lnTo>
                    <a:pt x="18187988" y="5035004"/>
                  </a:lnTo>
                  <a:lnTo>
                    <a:pt x="18288000" y="4751971"/>
                  </a:lnTo>
                  <a:lnTo>
                    <a:pt x="18288000" y="4643094"/>
                  </a:lnTo>
                  <a:close/>
                </a:path>
              </a:pathLst>
            </a:custGeom>
            <a:solidFill>
              <a:srgbClr val="00408C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2"/>
            <p:cNvSpPr/>
            <p:nvPr/>
          </p:nvSpPr>
          <p:spPr>
            <a:xfrm>
              <a:off x="5" y="8616121"/>
              <a:ext cx="18288000" cy="199390"/>
            </a:xfrm>
            <a:custGeom>
              <a:avLst/>
              <a:gdLst/>
              <a:ahLst/>
              <a:cxnLst/>
              <a:rect l="l" t="t" r="r" b="b"/>
              <a:pathLst>
                <a:path w="18288000" h="199390">
                  <a:moveTo>
                    <a:pt x="0" y="199164"/>
                  </a:moveTo>
                  <a:lnTo>
                    <a:pt x="18287973" y="199164"/>
                  </a:lnTo>
                  <a:lnTo>
                    <a:pt x="18287973" y="0"/>
                  </a:lnTo>
                  <a:lnTo>
                    <a:pt x="0" y="0"/>
                  </a:lnTo>
                  <a:lnTo>
                    <a:pt x="0" y="199164"/>
                  </a:lnTo>
                  <a:close/>
                </a:path>
              </a:pathLst>
            </a:custGeom>
            <a:solidFill>
              <a:srgbClr val="F6941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3"/>
            <p:cNvSpPr/>
            <p:nvPr/>
          </p:nvSpPr>
          <p:spPr>
            <a:xfrm>
              <a:off x="5" y="8815286"/>
              <a:ext cx="18288000" cy="1471930"/>
            </a:xfrm>
            <a:custGeom>
              <a:avLst/>
              <a:gdLst/>
              <a:ahLst/>
              <a:cxnLst/>
              <a:rect l="l" t="t" r="r" b="b"/>
              <a:pathLst>
                <a:path w="18288000" h="1471929">
                  <a:moveTo>
                    <a:pt x="18287973" y="1471713"/>
                  </a:moveTo>
                  <a:lnTo>
                    <a:pt x="0" y="1471713"/>
                  </a:lnTo>
                  <a:lnTo>
                    <a:pt x="0" y="0"/>
                  </a:lnTo>
                  <a:lnTo>
                    <a:pt x="18287973" y="0"/>
                  </a:lnTo>
                  <a:lnTo>
                    <a:pt x="18287973" y="1471713"/>
                  </a:lnTo>
                  <a:close/>
                </a:path>
              </a:pathLst>
            </a:custGeom>
            <a:solidFill>
              <a:srgbClr val="00408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92413" y="8738450"/>
              <a:ext cx="2705099" cy="1548549"/>
            </a:xfrm>
            <a:prstGeom prst="rect">
              <a:avLst/>
            </a:prstGeom>
          </p:spPr>
        </p:pic>
      </p:grpSp>
      <p:sp>
        <p:nvSpPr>
          <p:cNvPr id="20" name="Retângulo 19"/>
          <p:cNvSpPr/>
          <p:nvPr userDrawn="1"/>
        </p:nvSpPr>
        <p:spPr>
          <a:xfrm>
            <a:off x="1598930" y="6023610"/>
            <a:ext cx="2830830" cy="643890"/>
          </a:xfrm>
          <a:prstGeom prst="rect">
            <a:avLst/>
          </a:prstGeom>
          <a:solidFill>
            <a:srgbClr val="00408C"/>
          </a:solidFill>
          <a:ln>
            <a:solidFill>
              <a:srgbClr val="0040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/>
          <p:cNvSpPr/>
          <p:nvPr userDrawn="1"/>
        </p:nvSpPr>
        <p:spPr>
          <a:xfrm>
            <a:off x="1905" y="6047105"/>
            <a:ext cx="12193905" cy="8108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bk object 17"/>
          <p:cNvSpPr/>
          <p:nvPr userDrawn="1"/>
        </p:nvSpPr>
        <p:spPr>
          <a:xfrm>
            <a:off x="8582025" y="6039485"/>
            <a:ext cx="1772285" cy="57531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"/>
          <p:cNvSpPr/>
          <p:nvPr userDrawn="1"/>
        </p:nvSpPr>
        <p:spPr>
          <a:xfrm>
            <a:off x="856615" y="137160"/>
            <a:ext cx="1370965" cy="845185"/>
          </a:xfrm>
          <a:custGeom>
            <a:avLst/>
            <a:gdLst/>
            <a:ahLst/>
            <a:cxnLst/>
            <a:rect l="l" t="t" r="r" b="b"/>
            <a:pathLst>
              <a:path w="2193925" h="1241425">
                <a:moveTo>
                  <a:pt x="324396" y="154686"/>
                </a:moveTo>
                <a:lnTo>
                  <a:pt x="50215" y="0"/>
                </a:lnTo>
                <a:lnTo>
                  <a:pt x="0" y="0"/>
                </a:lnTo>
                <a:lnTo>
                  <a:pt x="323253" y="183832"/>
                </a:lnTo>
                <a:lnTo>
                  <a:pt x="324396" y="154686"/>
                </a:lnTo>
                <a:close/>
              </a:path>
              <a:path w="2193925" h="1241425">
                <a:moveTo>
                  <a:pt x="1924304" y="1057084"/>
                </a:moveTo>
                <a:lnTo>
                  <a:pt x="347256" y="167538"/>
                </a:lnTo>
                <a:lnTo>
                  <a:pt x="346113" y="196824"/>
                </a:lnTo>
                <a:lnTo>
                  <a:pt x="1859305" y="1057224"/>
                </a:lnTo>
                <a:lnTo>
                  <a:pt x="1924304" y="1057084"/>
                </a:lnTo>
                <a:close/>
              </a:path>
              <a:path w="2193925" h="1241425">
                <a:moveTo>
                  <a:pt x="2193633" y="1209103"/>
                </a:moveTo>
                <a:lnTo>
                  <a:pt x="1958886" y="1076515"/>
                </a:lnTo>
                <a:lnTo>
                  <a:pt x="1893163" y="1076515"/>
                </a:lnTo>
                <a:lnTo>
                  <a:pt x="2182914" y="1241247"/>
                </a:lnTo>
                <a:lnTo>
                  <a:pt x="2193633" y="1209103"/>
                </a:lnTo>
                <a:close/>
              </a:path>
            </a:pathLst>
          </a:custGeom>
          <a:solidFill>
            <a:srgbClr val="00408C">
              <a:alpha val="7839"/>
            </a:srgbClr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  <a:prstGeom prst="rect">
            <a:avLst/>
          </a:prstGeo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  <a:endParaRPr lang="pt-BR" smtClean="0"/>
          </a:p>
          <a:p>
            <a:pPr lvl="1"/>
            <a:r>
              <a:rPr lang="pt-BR" smtClean="0"/>
              <a:t>Segundo nível</a:t>
            </a:r>
            <a:endParaRPr lang="pt-BR" smtClean="0"/>
          </a:p>
          <a:p>
            <a:pPr lvl="2"/>
            <a:r>
              <a:rPr lang="pt-BR" smtClean="0"/>
              <a:t>Terceiro nível</a:t>
            </a:r>
            <a:endParaRPr lang="pt-BR" smtClean="0"/>
          </a:p>
          <a:p>
            <a:pPr lvl="3"/>
            <a:r>
              <a:rPr lang="pt-BR" smtClean="0"/>
              <a:t>Quarto nível</a:t>
            </a:r>
            <a:endParaRPr lang="pt-BR" smtClean="0"/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C89BC54-1CDC-4473-9720-F58E1E464D2A}" type="datetimeFigureOut">
              <a:rPr lang="pt-BR" smtClean="0"/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3682030-28A4-485C-A222-4952DDFF562A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4368800" y="33"/>
            <a:ext cx="78232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" name="Google Shape;38;p7"/>
          <p:cNvSpPr/>
          <p:nvPr/>
        </p:nvSpPr>
        <p:spPr>
          <a:xfrm rot="-5400000">
            <a:off x="1012200" y="3356600"/>
            <a:ext cx="6858000" cy="1448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301437" y="477067"/>
            <a:ext cx="3744000" cy="12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40" name="Google Shape;40;p7"/>
          <p:cNvSpPr txBox="1"/>
          <p:nvPr>
            <p:ph type="body" idx="1"/>
          </p:nvPr>
        </p:nvSpPr>
        <p:spPr>
          <a:xfrm>
            <a:off x="301433" y="1954400"/>
            <a:ext cx="3744000" cy="421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600" lvl="0" indent="-406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600">
                <a:solidFill>
                  <a:schemeClr val="lt1"/>
                </a:solidFill>
              </a:defRPr>
            </a:lvl1pPr>
            <a:lvl2pPr marL="1219200" lvl="1" indent="-406400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600">
                <a:solidFill>
                  <a:schemeClr val="lt1"/>
                </a:solidFill>
              </a:defRPr>
            </a:lvl2pPr>
            <a:lvl3pPr marL="1828800" lvl="2" indent="-406400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600">
                <a:solidFill>
                  <a:schemeClr val="lt1"/>
                </a:solidFill>
              </a:defRPr>
            </a:lvl3pPr>
            <a:lvl4pPr marL="2438400" lvl="3" indent="-406400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600">
                <a:solidFill>
                  <a:schemeClr val="lt1"/>
                </a:solidFill>
              </a:defRPr>
            </a:lvl4pPr>
            <a:lvl5pPr marL="3048000" lvl="4" indent="-406400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600">
                <a:solidFill>
                  <a:schemeClr val="lt1"/>
                </a:solidFill>
              </a:defRPr>
            </a:lvl5pPr>
            <a:lvl6pPr marL="3657600" lvl="5" indent="-406400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600">
                <a:solidFill>
                  <a:schemeClr val="lt1"/>
                </a:solidFill>
              </a:defRPr>
            </a:lvl6pPr>
            <a:lvl7pPr marL="4267200" lvl="6" indent="-406400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600">
                <a:solidFill>
                  <a:schemeClr val="lt1"/>
                </a:solidFill>
              </a:defRPr>
            </a:lvl7pPr>
            <a:lvl8pPr marL="4876800" lvl="7" indent="-406400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600">
                <a:solidFill>
                  <a:schemeClr val="lt1"/>
                </a:solidFill>
              </a:defRPr>
            </a:lvl8pPr>
            <a:lvl9pPr marL="5486400" lvl="8" indent="-406400" rtl="0">
              <a:spcBef>
                <a:spcPct val="4270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type="sldNum" idx="12"/>
          </p:nvPr>
        </p:nvSpPr>
        <p:spPr>
          <a:xfrm>
            <a:off x="11364721" y="626083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git-scm.com/download/win" TargetMode="External"/><Relationship Id="rId1" Type="http://schemas.openxmlformats.org/officeDocument/2006/relationships/image" Target="../media/image3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5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6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8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3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4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conventionalcommits.org/en/v1.0.0/" TargetMode="Externa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5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6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3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7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8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9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0.pn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3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1.webp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1.webp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2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3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4.png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5.pn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6.png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7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8.png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9.png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0.png"/></Relationships>
</file>

<file path=ppt/slides/_rels/slide10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image" Target="../media/image71.png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4.webp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5.png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6.png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7.png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8.png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0.png"/><Relationship Id="rId1" Type="http://schemas.openxmlformats.org/officeDocument/2006/relationships/image" Target="../media/image79.png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1.png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2.png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3.png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4.png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4.png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5.png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6.png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7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9.png"/><Relationship Id="rId1" Type="http://schemas.openxmlformats.org/officeDocument/2006/relationships/image" Target="../media/image88.png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0.png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1.png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2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 de Texto 3"/>
          <p:cNvSpPr txBox="1"/>
          <p:nvPr/>
        </p:nvSpPr>
        <p:spPr>
          <a:xfrm>
            <a:off x="1325880" y="2045335"/>
            <a:ext cx="5349240" cy="26479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 marR="5080">
              <a:lnSpc>
                <a:spcPct val="100000"/>
              </a:lnSpc>
              <a:spcBef>
                <a:spcPts val="1445"/>
              </a:spcBef>
              <a:tabLst>
                <a:tab pos="2690495" algn="l"/>
              </a:tabLst>
            </a:pPr>
            <a:r>
              <a:rPr lang="en-US" altLang="pt-BR" sz="2600" b="1" spc="-20" dirty="0">
                <a:solidFill>
                  <a:srgbClr val="00408C"/>
                </a:solidFill>
                <a:latin typeface="Arial" panose="020B0604020202020204"/>
                <a:cs typeface="Arial" panose="020B0604020202020204"/>
                <a:sym typeface="+mn-ea"/>
              </a:rPr>
              <a:t>Gerenciar a configura</a:t>
            </a:r>
            <a:r>
              <a:rPr lang="en-US" altLang="en-US" sz="2600" b="1" spc="-20" dirty="0">
                <a:solidFill>
                  <a:srgbClr val="00408C"/>
                </a:solidFill>
                <a:latin typeface="Arial" panose="020B0604020202020204"/>
                <a:cs typeface="Arial" panose="020B0604020202020204"/>
                <a:sym typeface="+mn-ea"/>
              </a:rPr>
              <a:t>ç</a:t>
            </a:r>
            <a:r>
              <a:rPr lang="en-US" altLang="en-US" sz="2600" b="1" spc="-20" dirty="0">
                <a:solidFill>
                  <a:srgbClr val="00408C"/>
                </a:solidFill>
                <a:latin typeface="Arial" panose="020B0604020202020204"/>
                <a:cs typeface="Arial" panose="020B0604020202020204"/>
                <a:sym typeface="+mn-ea"/>
              </a:rPr>
              <a:t>ã</a:t>
            </a:r>
            <a:r>
              <a:rPr lang="en-US" altLang="pt-BR" sz="2600" b="1" spc="-20" dirty="0">
                <a:solidFill>
                  <a:srgbClr val="00408C"/>
                </a:solidFill>
                <a:latin typeface="Arial" panose="020B0604020202020204"/>
                <a:cs typeface="Arial" panose="020B0604020202020204"/>
                <a:sym typeface="+mn-ea"/>
              </a:rPr>
              <a:t>o e versionamento de Software</a:t>
            </a:r>
            <a:endParaRPr lang="en-US" altLang="pt-BR" sz="2600" b="1" spc="-20" dirty="0">
              <a:solidFill>
                <a:srgbClr val="00408C"/>
              </a:solidFill>
              <a:latin typeface="Arial" panose="020B0604020202020204"/>
              <a:cs typeface="Arial" panose="020B0604020202020204"/>
              <a:sym typeface="+mn-ea"/>
            </a:endParaRPr>
          </a:p>
          <a:p>
            <a:pPr marL="12700" marR="5080">
              <a:lnSpc>
                <a:spcPct val="100000"/>
              </a:lnSpc>
              <a:spcBef>
                <a:spcPts val="1445"/>
              </a:spcBef>
              <a:tabLst>
                <a:tab pos="2690495" algn="l"/>
              </a:tabLst>
            </a:pPr>
            <a:endParaRPr lang="en-US" altLang="pt-BR" sz="2600" b="1" spc="-20" dirty="0">
              <a:solidFill>
                <a:srgbClr val="00408C"/>
              </a:solidFill>
              <a:latin typeface="Arial" panose="020B0604020202020204"/>
              <a:cs typeface="Arial" panose="020B0604020202020204"/>
              <a:sym typeface="+mn-ea"/>
            </a:endParaRPr>
          </a:p>
          <a:p>
            <a:pPr marL="12700" marR="5080">
              <a:lnSpc>
                <a:spcPct val="100000"/>
              </a:lnSpc>
              <a:spcBef>
                <a:spcPts val="1445"/>
              </a:spcBef>
              <a:tabLst>
                <a:tab pos="2690495" algn="l"/>
              </a:tabLst>
            </a:pPr>
            <a:r>
              <a:rPr lang="pt-BR" altLang="en-US" sz="2600" b="1" spc="-20" dirty="0">
                <a:solidFill>
                  <a:srgbClr val="00408C"/>
                </a:solidFill>
                <a:latin typeface="Arial" panose="020B0604020202020204"/>
                <a:cs typeface="Arial" panose="020B0604020202020204"/>
                <a:sym typeface="+mn-ea"/>
              </a:rPr>
              <a:t>Jean Max Simon Krebs</a:t>
            </a:r>
            <a:endParaRPr lang="pt-BR" altLang="en-US" sz="2600" b="1" spc="-20" dirty="0">
              <a:solidFill>
                <a:srgbClr val="00408C"/>
              </a:solidFill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00000"/>
              </a:lnSpc>
              <a:spcBef>
                <a:spcPts val="1445"/>
              </a:spcBef>
              <a:tabLst>
                <a:tab pos="2690495" algn="l"/>
              </a:tabLst>
            </a:pPr>
            <a:r>
              <a:rPr lang="pt-BR" altLang="en-US" sz="2600" b="1" spc="-20" dirty="0">
                <a:solidFill>
                  <a:srgbClr val="00408C"/>
                </a:solidFill>
                <a:latin typeface="Arial" panose="020B0604020202020204"/>
                <a:cs typeface="Arial" panose="020B0604020202020204"/>
                <a:sym typeface="+mn-ea"/>
              </a:rPr>
              <a:t>03/10/2025</a:t>
            </a:r>
            <a:endParaRPr lang="pt-BR" altLang="en-US" sz="2600" b="1" spc="-20" dirty="0">
              <a:solidFill>
                <a:srgbClr val="00408C"/>
              </a:solidFill>
              <a:latin typeface="Arial" panose="020B0604020202020204"/>
              <a:cs typeface="Arial" panose="020B0604020202020204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1325880" y="2045335"/>
            <a:ext cx="5349240" cy="22472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 marR="5080">
              <a:lnSpc>
                <a:spcPct val="100000"/>
              </a:lnSpc>
              <a:spcBef>
                <a:spcPts val="1445"/>
              </a:spcBef>
              <a:tabLst>
                <a:tab pos="2690495" algn="l"/>
              </a:tabLst>
            </a:pPr>
            <a:r>
              <a:rPr lang="en-US" altLang="pt-BR" sz="2600" b="1" spc="-20" dirty="0">
                <a:solidFill>
                  <a:srgbClr val="00408C"/>
                </a:solidFill>
                <a:latin typeface="Arial" panose="020B0604020202020204"/>
                <a:cs typeface="Arial" panose="020B0604020202020204"/>
                <a:sym typeface="+mn-ea"/>
              </a:rPr>
              <a:t>Controle de vers</a:t>
            </a:r>
            <a:r>
              <a:rPr lang="en-US" altLang="en-US" sz="2600" b="1" spc="-20" dirty="0">
                <a:solidFill>
                  <a:srgbClr val="00408C"/>
                </a:solidFill>
                <a:latin typeface="Arial" panose="020B0604020202020204"/>
                <a:cs typeface="Arial" panose="020B0604020202020204"/>
                <a:sym typeface="+mn-ea"/>
              </a:rPr>
              <a:t>ã</a:t>
            </a:r>
            <a:r>
              <a:rPr lang="en-US" altLang="pt-BR" sz="2600" b="1" spc="-20" dirty="0">
                <a:solidFill>
                  <a:srgbClr val="00408C"/>
                </a:solidFill>
                <a:latin typeface="Arial" panose="020B0604020202020204"/>
                <a:cs typeface="Arial" panose="020B0604020202020204"/>
                <a:sym typeface="+mn-ea"/>
              </a:rPr>
              <a:t>o - GIT</a:t>
            </a:r>
            <a:endParaRPr lang="en-US" altLang="pt-BR" sz="2600" b="1" spc="-20" dirty="0">
              <a:solidFill>
                <a:srgbClr val="00408C"/>
              </a:solidFill>
              <a:latin typeface="Arial" panose="020B0604020202020204"/>
              <a:cs typeface="Arial" panose="020B0604020202020204"/>
              <a:sym typeface="+mn-ea"/>
            </a:endParaRPr>
          </a:p>
          <a:p>
            <a:pPr marL="12700" marR="5080">
              <a:lnSpc>
                <a:spcPct val="100000"/>
              </a:lnSpc>
              <a:spcBef>
                <a:spcPts val="1445"/>
              </a:spcBef>
              <a:tabLst>
                <a:tab pos="2690495" algn="l"/>
              </a:tabLst>
            </a:pPr>
            <a:endParaRPr lang="en-US" altLang="pt-BR" sz="2600" b="1" spc="-20" dirty="0">
              <a:solidFill>
                <a:srgbClr val="00408C"/>
              </a:solidFill>
              <a:latin typeface="Arial" panose="020B0604020202020204"/>
              <a:cs typeface="Arial" panose="020B0604020202020204"/>
              <a:sym typeface="+mn-ea"/>
            </a:endParaRPr>
          </a:p>
          <a:p>
            <a:pPr marL="12700" marR="5080">
              <a:lnSpc>
                <a:spcPct val="100000"/>
              </a:lnSpc>
              <a:spcBef>
                <a:spcPts val="1445"/>
              </a:spcBef>
              <a:tabLst>
                <a:tab pos="2690495" algn="l"/>
              </a:tabLst>
            </a:pPr>
            <a:endParaRPr lang="en-US" altLang="pt-BR" sz="2600" b="1" spc="-20" dirty="0">
              <a:solidFill>
                <a:srgbClr val="00408C"/>
              </a:solidFill>
              <a:latin typeface="Arial" panose="020B0604020202020204"/>
              <a:cs typeface="Arial" panose="020B0604020202020204"/>
              <a:sym typeface="+mn-ea"/>
            </a:endParaRPr>
          </a:p>
          <a:p>
            <a:pPr marL="12700" marR="5080">
              <a:lnSpc>
                <a:spcPct val="100000"/>
              </a:lnSpc>
              <a:spcBef>
                <a:spcPts val="1445"/>
              </a:spcBef>
              <a:tabLst>
                <a:tab pos="2690495" algn="l"/>
              </a:tabLst>
            </a:pPr>
            <a:endParaRPr lang="pt-BR" altLang="en-US" sz="2600" b="1" spc="-20" dirty="0">
              <a:solidFill>
                <a:srgbClr val="00408C"/>
              </a:solidFill>
              <a:latin typeface="Arial" panose="020B0604020202020204"/>
              <a:cs typeface="Arial" panose="020B0604020202020204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8" name="Google Shape;68;p13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749761" y="442575"/>
            <a:ext cx="6249250" cy="403232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3"/>
          <p:cNvSpPr txBox="1"/>
          <p:nvPr/>
        </p:nvSpPr>
        <p:spPr>
          <a:xfrm>
            <a:off x="1597600" y="460299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" panose="02000000000000000000"/>
              <a:buNone/>
              <a:defRPr sz="48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" panose="02000000000000000000"/>
              <a:buNone/>
              <a:defRPr sz="48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" panose="02000000000000000000"/>
              <a:buNone/>
              <a:defRPr sz="48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" panose="02000000000000000000"/>
              <a:buNone/>
              <a:defRPr sz="48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" panose="02000000000000000000"/>
              <a:buNone/>
              <a:defRPr sz="48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" panose="02000000000000000000"/>
              <a:buNone/>
              <a:defRPr sz="48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" panose="02000000000000000000"/>
              <a:buNone/>
              <a:defRPr sz="48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" panose="02000000000000000000"/>
              <a:buNone/>
              <a:defRPr sz="48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" panose="02000000000000000000"/>
              <a:buNone/>
              <a:defRPr sz="48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00408C"/>
                </a:solidFill>
              </a:rPr>
              <a:t>Controle de versão - GIT</a:t>
            </a:r>
            <a:endParaRPr lang="pt-BR" b="1">
              <a:solidFill>
                <a:srgbClr val="00408C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8" name="Google Shape;118;p21"/>
          <p:cNvSpPr txBox="1"/>
          <p:nvPr/>
        </p:nvSpPr>
        <p:spPr>
          <a:xfrm>
            <a:off x="4218755" y="757355"/>
            <a:ext cx="3753900" cy="96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Git</a:t>
            </a:r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8" name="Google Shape;118;p21"/>
          <p:cNvSpPr txBox="1"/>
          <p:nvPr/>
        </p:nvSpPr>
        <p:spPr>
          <a:xfrm>
            <a:off x="4218755" y="757355"/>
            <a:ext cx="3753900" cy="96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Git</a:t>
            </a:r>
            <a:endParaRPr lang="pt-BR"/>
          </a:p>
        </p:txBody>
      </p:sp>
      <p:sp>
        <p:nvSpPr>
          <p:cNvPr id="2" name="Caixa de Texto 1"/>
          <p:cNvSpPr txBox="1"/>
          <p:nvPr/>
        </p:nvSpPr>
        <p:spPr>
          <a:xfrm>
            <a:off x="837565" y="757555"/>
            <a:ext cx="2988945" cy="3091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r"/>
            <a:r>
              <a:rPr lang="en-US" altLang="pt-BR" sz="2400"/>
              <a:t>Sistema de controle de versão </a:t>
            </a:r>
            <a:r>
              <a:rPr lang="en-US" altLang="pt-BR" sz="2400">
                <a:sym typeface="+mn-ea"/>
              </a:rPr>
              <a:t>distribu</a:t>
            </a:r>
            <a:r>
              <a:rPr lang="en-US" altLang="en-US" sz="2400">
                <a:sym typeface="+mn-ea"/>
              </a:rPr>
              <a:t>í</a:t>
            </a:r>
            <a:r>
              <a:rPr lang="en-US" altLang="pt-BR" sz="2400">
                <a:sym typeface="+mn-ea"/>
              </a:rPr>
              <a:t>do</a:t>
            </a:r>
            <a:endParaRPr lang="en-US" altLang="pt-BR" sz="2400"/>
          </a:p>
          <a:p>
            <a:pPr algn="r"/>
            <a:endParaRPr lang="en-US" altLang="pt-BR" sz="2400"/>
          </a:p>
          <a:p>
            <a:pPr algn="r"/>
            <a:r>
              <a:rPr lang="en-US" altLang="pt-BR" sz="2400"/>
              <a:t>Permite acompanhar evolu</a:t>
            </a:r>
            <a:r>
              <a:rPr lang="en-US" altLang="en-US" sz="2400"/>
              <a:t>ç</a:t>
            </a:r>
            <a:r>
              <a:rPr lang="en-US" altLang="en-US" sz="2400"/>
              <a:t>ã</a:t>
            </a:r>
            <a:r>
              <a:rPr lang="en-US" altLang="pt-BR" sz="2400"/>
              <a:t>o de arquivos</a:t>
            </a:r>
            <a:endParaRPr lang="en-US" altLang="pt-BR" sz="2400"/>
          </a:p>
          <a:p>
            <a:pPr algn="r"/>
            <a:endParaRPr lang="en-US" altLang="pt-BR" sz="2400"/>
          </a:p>
          <a:p>
            <a:pPr algn="r"/>
            <a:endParaRPr lang="en-US" altLang="pt-BR" sz="2400"/>
          </a:p>
        </p:txBody>
      </p:sp>
      <p:sp>
        <p:nvSpPr>
          <p:cNvPr id="3" name="Caixa de Texto 2"/>
          <p:cNvSpPr txBox="1"/>
          <p:nvPr/>
        </p:nvSpPr>
        <p:spPr>
          <a:xfrm>
            <a:off x="8260715" y="757555"/>
            <a:ext cx="3381375" cy="4765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pt-BR" sz="2400"/>
              <a:t>Trabalhar de forma segura sem perder vers</a:t>
            </a:r>
            <a:r>
              <a:rPr lang="en-US" altLang="en-US" sz="2400"/>
              <a:t>õ</a:t>
            </a:r>
            <a:r>
              <a:rPr lang="en-US" altLang="pt-BR" sz="2400"/>
              <a:t>es</a:t>
            </a:r>
            <a:endParaRPr lang="en-US" altLang="pt-BR" sz="2400"/>
          </a:p>
          <a:p>
            <a:endParaRPr lang="en-US" altLang="pt-BR" sz="2400"/>
          </a:p>
          <a:p>
            <a:r>
              <a:rPr lang="pt-BR" altLang="en-US" sz="2400">
                <a:sym typeface="+mn-ea"/>
              </a:rPr>
              <a:t>H</a:t>
            </a:r>
            <a:r>
              <a:rPr lang="en-US" altLang="pt-BR" sz="2400">
                <a:sym typeface="+mn-ea"/>
              </a:rPr>
              <a:t>ist</a:t>
            </a:r>
            <a:r>
              <a:rPr lang="en-US" altLang="en-US" sz="2400">
                <a:sym typeface="+mn-ea"/>
              </a:rPr>
              <a:t>ó</a:t>
            </a:r>
            <a:r>
              <a:rPr lang="en-US" altLang="pt-BR" sz="2400">
                <a:sym typeface="+mn-ea"/>
              </a:rPr>
              <a:t>rico de mudan</a:t>
            </a:r>
            <a:r>
              <a:rPr lang="en-US" altLang="en-US" sz="2400">
                <a:sym typeface="+mn-ea"/>
              </a:rPr>
              <a:t>ç</a:t>
            </a:r>
            <a:r>
              <a:rPr lang="en-US" altLang="pt-BR" sz="2400">
                <a:sym typeface="+mn-ea"/>
              </a:rPr>
              <a:t>as</a:t>
            </a:r>
            <a:endParaRPr lang="en-US" altLang="pt-BR" sz="2400"/>
          </a:p>
          <a:p>
            <a:endParaRPr lang="en-US" altLang="pt-BR" sz="2400"/>
          </a:p>
          <a:p>
            <a:r>
              <a:rPr lang="en-US" altLang="pt-BR" sz="2400">
                <a:sym typeface="+mn-ea"/>
              </a:rPr>
              <a:t>Trabalhar em diferentes funcionalidades ao mesmo tempo</a:t>
            </a:r>
            <a:endParaRPr lang="en-US" altLang="pt-BR" sz="2400">
              <a:sym typeface="+mn-ea"/>
            </a:endParaRPr>
          </a:p>
          <a:p>
            <a:endParaRPr lang="en-US" altLang="pt-BR" sz="2400"/>
          </a:p>
          <a:p>
            <a:r>
              <a:rPr lang="en-US" altLang="pt-BR" sz="2400"/>
              <a:t>Criado por Linus Torvalds (2005)</a:t>
            </a:r>
            <a:endParaRPr lang="en-US" altLang="pt-BR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8" name="Google Shape;118;p21"/>
          <p:cNvSpPr txBox="1"/>
          <p:nvPr/>
        </p:nvSpPr>
        <p:spPr>
          <a:xfrm>
            <a:off x="4218755" y="757355"/>
            <a:ext cx="3753900" cy="962100"/>
          </a:xfrm>
          <a:prstGeom prst="rect">
            <a:avLst/>
          </a:prstGeom>
          <a:solidFill>
            <a:srgbClr val="F6941C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Git</a:t>
            </a:r>
            <a:endParaRPr lang="pt-BR"/>
          </a:p>
        </p:txBody>
      </p:sp>
      <p:cxnSp>
        <p:nvCxnSpPr>
          <p:cNvPr id="119" name="Google Shape;119;p21"/>
          <p:cNvCxnSpPr>
            <a:endCxn id="120" idx="0"/>
          </p:cNvCxnSpPr>
          <p:nvPr/>
        </p:nvCxnSpPr>
        <p:spPr>
          <a:xfrm>
            <a:off x="6095705" y="1711200"/>
            <a:ext cx="0" cy="614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20" name="Google Shape;120;p21"/>
          <p:cNvSpPr txBox="1"/>
          <p:nvPr/>
        </p:nvSpPr>
        <p:spPr>
          <a:xfrm>
            <a:off x="4218755" y="2325626"/>
            <a:ext cx="3753900" cy="962100"/>
          </a:xfrm>
          <a:prstGeom prst="rect">
            <a:avLst/>
          </a:prstGeom>
          <a:solidFill>
            <a:srgbClr val="F6941C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GitHub</a:t>
            </a:r>
            <a:endParaRPr 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8" name="Google Shape;118;p21"/>
          <p:cNvSpPr txBox="1"/>
          <p:nvPr/>
        </p:nvSpPr>
        <p:spPr>
          <a:xfrm>
            <a:off x="4218755" y="757355"/>
            <a:ext cx="3753900" cy="962100"/>
          </a:xfrm>
          <a:prstGeom prst="rect">
            <a:avLst/>
          </a:prstGeom>
          <a:solidFill>
            <a:srgbClr val="F6941C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Git</a:t>
            </a:r>
            <a:endParaRPr lang="pt-BR"/>
          </a:p>
        </p:txBody>
      </p:sp>
      <p:cxnSp>
        <p:nvCxnSpPr>
          <p:cNvPr id="119" name="Google Shape;119;p21"/>
          <p:cNvCxnSpPr>
            <a:endCxn id="120" idx="0"/>
          </p:cNvCxnSpPr>
          <p:nvPr/>
        </p:nvCxnSpPr>
        <p:spPr>
          <a:xfrm>
            <a:off x="6095705" y="1711200"/>
            <a:ext cx="0" cy="614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20" name="Google Shape;120;p21"/>
          <p:cNvSpPr txBox="1"/>
          <p:nvPr/>
        </p:nvSpPr>
        <p:spPr>
          <a:xfrm>
            <a:off x="4218755" y="2325626"/>
            <a:ext cx="3753900" cy="962100"/>
          </a:xfrm>
          <a:prstGeom prst="rect">
            <a:avLst/>
          </a:prstGeom>
          <a:solidFill>
            <a:srgbClr val="F6941C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GitHub</a:t>
            </a:r>
            <a:endParaRPr lang="pt-BR"/>
          </a:p>
        </p:txBody>
      </p:sp>
      <p:sp>
        <p:nvSpPr>
          <p:cNvPr id="2" name="Caixa de Texto 1"/>
          <p:cNvSpPr txBox="1"/>
          <p:nvPr/>
        </p:nvSpPr>
        <p:spPr>
          <a:xfrm>
            <a:off x="623570" y="2325370"/>
            <a:ext cx="3394710" cy="156845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400"/>
              <a:t>Plataforma online que hospeda repositórios Git</a:t>
            </a:r>
            <a:endParaRPr lang="en-US" altLang="zh-CN" sz="2400"/>
          </a:p>
          <a:p>
            <a:endParaRPr lang="en-US" altLang="zh-CN" sz="2400"/>
          </a:p>
          <a:p>
            <a:endParaRPr lang="en-US" altLang="zh-CN" sz="2400"/>
          </a:p>
        </p:txBody>
      </p:sp>
      <p:sp>
        <p:nvSpPr>
          <p:cNvPr id="3" name="Caixa de Texto 2"/>
          <p:cNvSpPr txBox="1"/>
          <p:nvPr/>
        </p:nvSpPr>
        <p:spPr>
          <a:xfrm>
            <a:off x="8301355" y="2325370"/>
            <a:ext cx="6096000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pt-BR" sz="2400">
                <a:sym typeface="+mn-ea"/>
              </a:rPr>
              <a:t>Backup</a:t>
            </a:r>
            <a:endParaRPr lang="en-US" altLang="pt-BR" sz="2400">
              <a:sym typeface="+mn-ea"/>
            </a:endParaRPr>
          </a:p>
          <a:p>
            <a:endParaRPr lang="en-US" altLang="pt-BR" sz="2400">
              <a:sym typeface="+mn-ea"/>
            </a:endParaRPr>
          </a:p>
          <a:p>
            <a:r>
              <a:rPr lang="en-US" altLang="pt-BR" sz="2400">
                <a:sym typeface="+mn-ea"/>
              </a:rPr>
              <a:t>Colabora</a:t>
            </a:r>
            <a:r>
              <a:rPr lang="en-US" altLang="en-US" sz="2400">
                <a:sym typeface="+mn-ea"/>
              </a:rPr>
              <a:t>çã</a:t>
            </a:r>
            <a:r>
              <a:rPr lang="en-US" altLang="pt-BR" sz="2400">
                <a:sym typeface="+mn-ea"/>
              </a:rPr>
              <a:t>o</a:t>
            </a:r>
            <a:endParaRPr lang="en-US" altLang="pt-BR" sz="2400">
              <a:sym typeface="+mn-ea"/>
            </a:endParaRPr>
          </a:p>
          <a:p>
            <a:endParaRPr lang="en-US" altLang="pt-BR" sz="2400">
              <a:sym typeface="+mn-ea"/>
            </a:endParaRPr>
          </a:p>
          <a:p>
            <a:r>
              <a:rPr lang="en-US" altLang="pt-BR" sz="2400">
                <a:sym typeface="+mn-ea"/>
              </a:rPr>
              <a:t>Controle de acesso</a:t>
            </a:r>
            <a:endParaRPr lang="en-US" altLang="pt-BR" sz="2400">
              <a:sym typeface="+mn-ea"/>
            </a:endParaRPr>
          </a:p>
          <a:p>
            <a:endParaRPr lang="en-US" altLang="pt-BR" sz="2400">
              <a:sym typeface="+mn-ea"/>
            </a:endParaRPr>
          </a:p>
          <a:p>
            <a:r>
              <a:rPr lang="en-US" altLang="pt-BR" sz="2400">
                <a:sym typeface="+mn-ea"/>
              </a:rPr>
              <a:t>Publica</a:t>
            </a:r>
            <a:r>
              <a:rPr lang="en-US" altLang="en-US" sz="2400">
                <a:sym typeface="+mn-ea"/>
              </a:rPr>
              <a:t>çã</a:t>
            </a:r>
            <a:r>
              <a:rPr lang="en-US" altLang="pt-BR" sz="2400">
                <a:sym typeface="+mn-ea"/>
              </a:rPr>
              <a:t>o de sites</a:t>
            </a:r>
            <a:endParaRPr lang="en-US" altLang="pt-BR" sz="2400"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8" name="Google Shape;118;p21"/>
          <p:cNvSpPr txBox="1"/>
          <p:nvPr/>
        </p:nvSpPr>
        <p:spPr>
          <a:xfrm>
            <a:off x="4218755" y="757355"/>
            <a:ext cx="3753900" cy="962100"/>
          </a:xfrm>
          <a:prstGeom prst="rect">
            <a:avLst/>
          </a:prstGeom>
          <a:solidFill>
            <a:srgbClr val="F6941C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Git</a:t>
            </a:r>
            <a:endParaRPr lang="pt-BR"/>
          </a:p>
        </p:txBody>
      </p:sp>
      <p:cxnSp>
        <p:nvCxnSpPr>
          <p:cNvPr id="119" name="Google Shape;119;p21"/>
          <p:cNvCxnSpPr>
            <a:endCxn id="120" idx="0"/>
          </p:cNvCxnSpPr>
          <p:nvPr/>
        </p:nvCxnSpPr>
        <p:spPr>
          <a:xfrm>
            <a:off x="6095705" y="1711200"/>
            <a:ext cx="0" cy="614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20" name="Google Shape;120;p21"/>
          <p:cNvSpPr txBox="1"/>
          <p:nvPr/>
        </p:nvSpPr>
        <p:spPr>
          <a:xfrm>
            <a:off x="4218755" y="2325626"/>
            <a:ext cx="3753900" cy="962100"/>
          </a:xfrm>
          <a:prstGeom prst="rect">
            <a:avLst/>
          </a:prstGeom>
          <a:solidFill>
            <a:srgbClr val="F6941C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GitHub</a:t>
            </a:r>
            <a:endParaRPr lang="pt-BR"/>
          </a:p>
        </p:txBody>
      </p:sp>
      <p:cxnSp>
        <p:nvCxnSpPr>
          <p:cNvPr id="2" name="Google Shape;121;p21"/>
          <p:cNvCxnSpPr>
            <a:endCxn id="3" idx="0"/>
          </p:cNvCxnSpPr>
          <p:nvPr/>
        </p:nvCxnSpPr>
        <p:spPr>
          <a:xfrm>
            <a:off x="6095070" y="3279471"/>
            <a:ext cx="0" cy="614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3" name="Google Shape;122;p21"/>
          <p:cNvSpPr txBox="1"/>
          <p:nvPr/>
        </p:nvSpPr>
        <p:spPr>
          <a:xfrm>
            <a:off x="4218121" y="3893852"/>
            <a:ext cx="3753900" cy="962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Publicar site pessoal</a:t>
            </a:r>
            <a:endParaRPr 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7" name="Google Shape;127;p22"/>
          <p:cNvSpPr txBox="1"/>
          <p:nvPr/>
        </p:nvSpPr>
        <p:spPr>
          <a:xfrm>
            <a:off x="1905415" y="57108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None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 panose="02000000000000000000"/>
              <a:buChar char="○"/>
              <a:defRPr sz="14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 panose="02000000000000000000"/>
              <a:buChar char="■"/>
              <a:defRPr sz="14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 panose="02000000000000000000"/>
              <a:buChar char="●"/>
              <a:defRPr sz="14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 panose="02000000000000000000"/>
              <a:buChar char="○"/>
              <a:defRPr sz="14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 panose="02000000000000000000"/>
              <a:buChar char="■"/>
              <a:defRPr sz="14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 panose="02000000000000000000"/>
              <a:buChar char="●"/>
              <a:defRPr sz="14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 panose="02000000000000000000"/>
              <a:buChar char="○"/>
              <a:defRPr sz="14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 panose="02000000000000000000"/>
              <a:buChar char="■"/>
              <a:defRPr sz="1400" b="0" i="0" u="none" strike="noStrike" cap="none">
                <a:solidFill>
                  <a:schemeClr val="lt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 b="1">
                <a:solidFill>
                  <a:srgbClr val="F6941C"/>
                </a:solidFill>
              </a:rPr>
              <a:t>Por que aprender tudo isso?</a:t>
            </a:r>
            <a:endParaRPr lang="pt-BR" sz="4800" b="1">
              <a:solidFill>
                <a:srgbClr val="F6941C"/>
              </a:solidFill>
            </a:endParaRPr>
          </a:p>
        </p:txBody>
      </p:sp>
      <p:pic>
        <p:nvPicPr>
          <p:cNvPr id="3" name="Imagem 2" descr="Imagem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1750" y="1358900"/>
            <a:ext cx="4508500" cy="4508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" name="Google Shape;133;p23"/>
          <p:cNvSpPr txBox="1"/>
          <p:nvPr/>
        </p:nvSpPr>
        <p:spPr>
          <a:xfrm>
            <a:off x="471900" y="73147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400">
                <a:solidFill>
                  <a:srgbClr val="F6941C"/>
                </a:solidFill>
              </a:rPr>
              <a:t>Por que aprender?</a:t>
            </a:r>
            <a:endParaRPr lang="pt-BR" sz="5400">
              <a:solidFill>
                <a:srgbClr val="F6941C"/>
              </a:solidFill>
            </a:endParaRPr>
          </a:p>
        </p:txBody>
      </p:sp>
      <p:sp>
        <p:nvSpPr>
          <p:cNvPr id="134" name="Google Shape;134;p23"/>
          <p:cNvSpPr txBox="1"/>
          <p:nvPr/>
        </p:nvSpPr>
        <p:spPr>
          <a:xfrm>
            <a:off x="471850" y="1808550"/>
            <a:ext cx="8222100" cy="31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0005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pt-BR" sz="3200"/>
              <a:t>Sem arquivos ZIP espalhados</a:t>
            </a:r>
            <a:endParaRPr lang="pt-BR" sz="3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" name="Google Shape;133;p23"/>
          <p:cNvSpPr txBox="1"/>
          <p:nvPr/>
        </p:nvSpPr>
        <p:spPr>
          <a:xfrm>
            <a:off x="471900" y="73147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400">
                <a:solidFill>
                  <a:srgbClr val="F6941C"/>
                </a:solidFill>
              </a:rPr>
              <a:t>Por que aprender?</a:t>
            </a:r>
            <a:endParaRPr lang="pt-BR" sz="5400">
              <a:solidFill>
                <a:srgbClr val="F6941C"/>
              </a:solidFill>
            </a:endParaRPr>
          </a:p>
        </p:txBody>
      </p:sp>
      <p:pic>
        <p:nvPicPr>
          <p:cNvPr id="140" name="Google Shape;140;p2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954020" y="1647190"/>
            <a:ext cx="5833110" cy="40424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" name="Google Shape;133;p23"/>
          <p:cNvSpPr txBox="1"/>
          <p:nvPr/>
        </p:nvSpPr>
        <p:spPr>
          <a:xfrm>
            <a:off x="471900" y="73147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400">
                <a:solidFill>
                  <a:srgbClr val="F6941C"/>
                </a:solidFill>
              </a:rPr>
              <a:t>Por que aprender?</a:t>
            </a:r>
            <a:endParaRPr lang="pt-BR" sz="5400">
              <a:solidFill>
                <a:srgbClr val="F6941C"/>
              </a:solidFill>
            </a:endParaRPr>
          </a:p>
        </p:txBody>
      </p:sp>
      <p:sp>
        <p:nvSpPr>
          <p:cNvPr id="134" name="Google Shape;134;p23"/>
          <p:cNvSpPr txBox="1"/>
          <p:nvPr/>
        </p:nvSpPr>
        <p:spPr>
          <a:xfrm>
            <a:off x="471850" y="1808550"/>
            <a:ext cx="8222100" cy="31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0005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pt-BR" sz="3200"/>
              <a:t>Sem arquivos ZIP espalhados</a:t>
            </a:r>
            <a:endParaRPr lang="pt-BR" sz="3200"/>
          </a:p>
          <a:p>
            <a:pPr marL="40005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pt-BR" sz="3200">
                <a:sym typeface="+mn-ea"/>
              </a:rPr>
              <a:t>Poder voltar atrás</a:t>
            </a:r>
            <a:endParaRPr sz="3200"/>
          </a:p>
          <a:p>
            <a:pPr marL="40005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endParaRPr lang="pt-BR" sz="3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" name="Google Shape;133;p23"/>
          <p:cNvSpPr txBox="1"/>
          <p:nvPr/>
        </p:nvSpPr>
        <p:spPr>
          <a:xfrm>
            <a:off x="471900" y="73147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400">
                <a:solidFill>
                  <a:srgbClr val="F6941C"/>
                </a:solidFill>
              </a:rPr>
              <a:t>Por que aprender?</a:t>
            </a:r>
            <a:endParaRPr lang="pt-BR" sz="5400">
              <a:solidFill>
                <a:srgbClr val="F6941C"/>
              </a:solidFill>
            </a:endParaRPr>
          </a:p>
        </p:txBody>
      </p:sp>
      <p:pic>
        <p:nvPicPr>
          <p:cNvPr id="152" name="Google Shape;152;p2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128718" y="1896685"/>
            <a:ext cx="5934866" cy="333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" name="Google Shape;133;p23"/>
          <p:cNvSpPr txBox="1"/>
          <p:nvPr/>
        </p:nvSpPr>
        <p:spPr>
          <a:xfrm>
            <a:off x="471900" y="73147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400">
                <a:solidFill>
                  <a:srgbClr val="F6941C"/>
                </a:solidFill>
              </a:rPr>
              <a:t>Por que aprender?</a:t>
            </a:r>
            <a:endParaRPr lang="pt-BR" sz="5400">
              <a:solidFill>
                <a:srgbClr val="F6941C"/>
              </a:solidFill>
            </a:endParaRPr>
          </a:p>
        </p:txBody>
      </p:sp>
      <p:sp>
        <p:nvSpPr>
          <p:cNvPr id="134" name="Google Shape;134;p23"/>
          <p:cNvSpPr txBox="1"/>
          <p:nvPr/>
        </p:nvSpPr>
        <p:spPr>
          <a:xfrm>
            <a:off x="471850" y="1808550"/>
            <a:ext cx="8222100" cy="31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0005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pt-BR" sz="3200"/>
              <a:t>Sem arquivos ZIP espalhados</a:t>
            </a:r>
            <a:endParaRPr lang="pt-BR" sz="3200"/>
          </a:p>
          <a:p>
            <a:pPr marL="40005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pt-BR" sz="3200">
                <a:sym typeface="+mn-ea"/>
              </a:rPr>
              <a:t>Poder voltar atrás</a:t>
            </a:r>
            <a:endParaRPr lang="pt-BR" sz="3200">
              <a:sym typeface="+mn-ea"/>
            </a:endParaRPr>
          </a:p>
          <a:p>
            <a:pPr marL="40005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pt-BR" sz="3200">
                <a:sym typeface="+mn-ea"/>
              </a:rPr>
              <a:t>Trabalho em equipe</a:t>
            </a:r>
            <a:endParaRPr sz="3200"/>
          </a:p>
          <a:p>
            <a:pPr marL="40005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endParaRPr lang="pt-BR" sz="3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" name="Google Shape;133;p23"/>
          <p:cNvSpPr txBox="1"/>
          <p:nvPr/>
        </p:nvSpPr>
        <p:spPr>
          <a:xfrm>
            <a:off x="471900" y="73147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400">
                <a:solidFill>
                  <a:srgbClr val="F6941C"/>
                </a:solidFill>
              </a:rPr>
              <a:t>Por que aprender?</a:t>
            </a:r>
            <a:endParaRPr lang="pt-BR" sz="5400">
              <a:solidFill>
                <a:srgbClr val="F6941C"/>
              </a:solidFill>
            </a:endParaRPr>
          </a:p>
        </p:txBody>
      </p:sp>
      <p:pic>
        <p:nvPicPr>
          <p:cNvPr id="164" name="Google Shape;164;p28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863798" y="1803975"/>
            <a:ext cx="4463721" cy="333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" name="Google Shape;133;p23"/>
          <p:cNvSpPr txBox="1"/>
          <p:nvPr/>
        </p:nvSpPr>
        <p:spPr>
          <a:xfrm>
            <a:off x="471900" y="73147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400">
                <a:solidFill>
                  <a:srgbClr val="F6941C"/>
                </a:solidFill>
              </a:rPr>
              <a:t>Por que aprender?</a:t>
            </a:r>
            <a:endParaRPr lang="pt-BR" sz="5400">
              <a:solidFill>
                <a:srgbClr val="F6941C"/>
              </a:solidFill>
            </a:endParaRPr>
          </a:p>
        </p:txBody>
      </p:sp>
      <p:sp>
        <p:nvSpPr>
          <p:cNvPr id="134" name="Google Shape;134;p23"/>
          <p:cNvSpPr txBox="1"/>
          <p:nvPr/>
        </p:nvSpPr>
        <p:spPr>
          <a:xfrm>
            <a:off x="471805" y="1231265"/>
            <a:ext cx="8221980" cy="445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0005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pt-BR" sz="3200"/>
              <a:t>Sem arquivos ZIP espalhados</a:t>
            </a:r>
            <a:endParaRPr lang="pt-BR" sz="3200"/>
          </a:p>
          <a:p>
            <a:pPr marL="40005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pt-BR" sz="3200">
                <a:sym typeface="+mn-ea"/>
              </a:rPr>
              <a:t>Poder voltar atrás</a:t>
            </a:r>
            <a:endParaRPr lang="pt-BR" sz="3200">
              <a:sym typeface="+mn-ea"/>
            </a:endParaRPr>
          </a:p>
          <a:p>
            <a:pPr marL="40005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pt-BR" sz="3200">
                <a:sym typeface="+mn-ea"/>
              </a:rPr>
              <a:t>Trabalho em equipe</a:t>
            </a:r>
            <a:endParaRPr lang="pt-BR" sz="3200">
              <a:sym typeface="+mn-ea"/>
            </a:endParaRPr>
          </a:p>
          <a:p>
            <a:pPr marL="40005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pt-BR" sz="3200">
                <a:sym typeface="+mn-ea"/>
              </a:rPr>
              <a:t>Principal ferramenta do mercado (GIT)</a:t>
            </a:r>
            <a:endParaRPr sz="3200"/>
          </a:p>
          <a:p>
            <a:pPr marL="40005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endParaRPr sz="3200"/>
          </a:p>
          <a:p>
            <a:pPr marL="40005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endParaRPr lang="pt-BR" sz="3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6" name="Google Shape;176;p30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048030" y="2272020"/>
            <a:ext cx="8096250" cy="2076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3"/>
          <p:cNvSpPr txBox="1"/>
          <p:nvPr/>
        </p:nvSpPr>
        <p:spPr>
          <a:xfrm>
            <a:off x="471900" y="73147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400">
                <a:solidFill>
                  <a:srgbClr val="F6941C"/>
                </a:solidFill>
              </a:rPr>
              <a:t>Por que aprender?</a:t>
            </a:r>
            <a:endParaRPr lang="pt-BR" sz="5400">
              <a:solidFill>
                <a:srgbClr val="F6941C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" name="Google Shape;133;p23"/>
          <p:cNvSpPr txBox="1"/>
          <p:nvPr/>
        </p:nvSpPr>
        <p:spPr>
          <a:xfrm>
            <a:off x="471900" y="73147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400">
                <a:solidFill>
                  <a:srgbClr val="F6941C"/>
                </a:solidFill>
              </a:rPr>
              <a:t>Por que aprender?</a:t>
            </a:r>
            <a:endParaRPr lang="pt-BR" sz="5400">
              <a:solidFill>
                <a:srgbClr val="F6941C"/>
              </a:solidFill>
            </a:endParaRPr>
          </a:p>
        </p:txBody>
      </p:sp>
      <p:sp>
        <p:nvSpPr>
          <p:cNvPr id="134" name="Google Shape;134;p23"/>
          <p:cNvSpPr txBox="1"/>
          <p:nvPr/>
        </p:nvSpPr>
        <p:spPr>
          <a:xfrm>
            <a:off x="541020" y="1127125"/>
            <a:ext cx="8221980" cy="445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0005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pt-BR" sz="2800"/>
              <a:t>Sem arquivos ZIP espalhados</a:t>
            </a:r>
            <a:endParaRPr lang="pt-BR" sz="2800"/>
          </a:p>
          <a:p>
            <a:pPr marL="40005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pt-BR" sz="2800">
                <a:sym typeface="+mn-ea"/>
              </a:rPr>
              <a:t>Poder voltar atrás</a:t>
            </a:r>
            <a:endParaRPr lang="pt-BR" sz="2800">
              <a:sym typeface="+mn-ea"/>
            </a:endParaRPr>
          </a:p>
          <a:p>
            <a:pPr marL="40005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pt-BR" sz="2800">
                <a:sym typeface="+mn-ea"/>
              </a:rPr>
              <a:t>Trabalho em equipe</a:t>
            </a:r>
            <a:endParaRPr lang="pt-BR" sz="2800">
              <a:sym typeface="+mn-ea"/>
            </a:endParaRPr>
          </a:p>
          <a:p>
            <a:pPr marL="40005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pt-BR" sz="2800">
                <a:sym typeface="+mn-ea"/>
              </a:rPr>
              <a:t>Principal ferramenta do mercado (GIT)</a:t>
            </a:r>
            <a:endParaRPr lang="pt-BR" sz="2800">
              <a:sym typeface="+mn-ea"/>
            </a:endParaRPr>
          </a:p>
          <a:p>
            <a:pPr marL="40005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pt-BR" sz="2800">
                <a:sym typeface="+mn-ea"/>
              </a:rPr>
              <a:t>Seu currículo online - GitHub </a:t>
            </a:r>
            <a:endParaRPr sz="2800"/>
          </a:p>
          <a:p>
            <a:pPr marL="40005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endParaRPr sz="2800"/>
          </a:p>
          <a:p>
            <a:pPr marL="40005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endParaRPr sz="2800"/>
          </a:p>
          <a:p>
            <a:pPr marL="40005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endParaRPr lang="pt-BR" sz="2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88" name="Google Shape;188;p32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125855" y="1722755"/>
            <a:ext cx="9660890" cy="373570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3"/>
          <p:cNvSpPr txBox="1"/>
          <p:nvPr/>
        </p:nvSpPr>
        <p:spPr>
          <a:xfrm>
            <a:off x="471900" y="73147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400">
                <a:solidFill>
                  <a:srgbClr val="F6941C"/>
                </a:solidFill>
              </a:rPr>
              <a:t>Por que aprender?</a:t>
            </a:r>
            <a:endParaRPr lang="pt-BR" sz="5400">
              <a:solidFill>
                <a:srgbClr val="F6941C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94" name="Google Shape;194;p3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611250" y="543880"/>
            <a:ext cx="2969500" cy="29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3"/>
          <p:cNvSpPr txBox="1"/>
          <p:nvPr/>
        </p:nvSpPr>
        <p:spPr>
          <a:xfrm>
            <a:off x="1984820" y="435886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6941C"/>
                </a:solidFill>
              </a:rPr>
              <a:t>O que é Git?</a:t>
            </a:r>
            <a:endParaRPr lang="pt-BR">
              <a:solidFill>
                <a:srgbClr val="F6941C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aixa de Texto 1"/>
          <p:cNvSpPr txBox="1"/>
          <p:nvPr/>
        </p:nvSpPr>
        <p:spPr>
          <a:xfrm>
            <a:off x="1934210" y="1194435"/>
            <a:ext cx="8324215" cy="71856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494949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Git é um sistema de controle de versão de arquivos. Através deles podemos desenvolver projetos no qual diversas pessoas podem contribuir simultaneamente, editando e criando novos arquivos e permitindo que os mesmos possam existir sem o risco de suas alterações serem sobrescritas.</a:t>
            </a:r>
            <a:endParaRPr lang="pt-BR" altLang="en-US" sz="2800">
              <a:solidFill>
                <a:srgbClr val="494949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aixa de Texto 1"/>
          <p:cNvSpPr txBox="1"/>
          <p:nvPr/>
        </p:nvSpPr>
        <p:spPr>
          <a:xfrm>
            <a:off x="1158875" y="1676400"/>
            <a:ext cx="611568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AutoNum type="arabicPeriod"/>
            </a:pPr>
            <a:r>
              <a:rPr lang="en-US" altLang="pt-BR" sz="2400"/>
              <a:t> Mantendo o hist</a:t>
            </a:r>
            <a:r>
              <a:rPr lang="en-US" altLang="en-US" sz="2400"/>
              <a:t>ó</a:t>
            </a:r>
            <a:r>
              <a:rPr lang="en-US" altLang="pt-BR" sz="2400"/>
              <a:t>rico do c</a:t>
            </a:r>
            <a:r>
              <a:rPr lang="en-US" altLang="en-US" sz="2400"/>
              <a:t>ó</a:t>
            </a:r>
            <a:r>
              <a:rPr lang="en-US" altLang="pt-BR" sz="2400"/>
              <a:t>digo</a:t>
            </a:r>
            <a:endParaRPr lang="en-US" altLang="pt-BR" sz="2400"/>
          </a:p>
          <a:p>
            <a:pPr marL="342900" indent="-342900">
              <a:buAutoNum type="arabicPeriod"/>
            </a:pPr>
            <a:endParaRPr lang="en-US" altLang="pt-BR" sz="2400"/>
          </a:p>
          <a:p>
            <a:pPr marL="342900" indent="-342900">
              <a:buAutoNum type="arabicPeriod"/>
            </a:pPr>
            <a:r>
              <a:rPr lang="en-US" altLang="pt-BR" sz="2400"/>
              <a:t>Trabalhando em equipe</a:t>
            </a:r>
            <a:endParaRPr lang="en-US" altLang="pt-BR" sz="2400"/>
          </a:p>
          <a:p>
            <a:pPr marL="342900" indent="-342900">
              <a:buAutoNum type="arabicPeriod"/>
            </a:pPr>
            <a:endParaRPr lang="en-US" altLang="pt-BR" sz="2400"/>
          </a:p>
          <a:p>
            <a:pPr marL="342900" indent="-342900">
              <a:buAutoNum type="arabicPeriod"/>
            </a:pPr>
            <a:r>
              <a:rPr lang="en-US" altLang="pt-BR" sz="2400"/>
              <a:t>Sistemas de controle de vers</a:t>
            </a:r>
            <a:r>
              <a:rPr lang="en-US" altLang="en-US" sz="2400"/>
              <a:t>ã</a:t>
            </a:r>
            <a:r>
              <a:rPr lang="en-US" altLang="pt-BR" sz="2400"/>
              <a:t>o</a:t>
            </a:r>
            <a:endParaRPr lang="en-US" altLang="pt-BR" sz="2400"/>
          </a:p>
          <a:p>
            <a:pPr marL="342900" indent="-342900">
              <a:buAutoNum type="arabicPeriod"/>
            </a:pPr>
            <a:endParaRPr lang="en-US" altLang="pt-BR" sz="2400"/>
          </a:p>
          <a:p>
            <a:pPr marL="342900" indent="-342900">
              <a:buAutoNum type="arabicPeriod"/>
            </a:pPr>
            <a:r>
              <a:rPr lang="en-US" altLang="pt-BR" sz="2400"/>
              <a:t>Controle de vers</a:t>
            </a:r>
            <a:r>
              <a:rPr lang="en-US" altLang="en-US" sz="2400"/>
              <a:t>ã</a:t>
            </a:r>
            <a:r>
              <a:rPr lang="en-US" altLang="pt-BR" sz="2400"/>
              <a:t>o r</a:t>
            </a:r>
            <a:r>
              <a:rPr lang="en-US" altLang="en-US" sz="2400"/>
              <a:t>á</a:t>
            </a:r>
            <a:r>
              <a:rPr lang="en-US" altLang="pt-BR" sz="2400"/>
              <a:t>pido e confi</a:t>
            </a:r>
            <a:r>
              <a:rPr lang="en-US" altLang="en-US" sz="2400"/>
              <a:t>á</a:t>
            </a:r>
            <a:r>
              <a:rPr lang="en-US" altLang="pt-BR" sz="2400"/>
              <a:t>vel</a:t>
            </a:r>
            <a:endParaRPr lang="en-US" altLang="pt-BR" sz="2400"/>
          </a:p>
          <a:p>
            <a:pPr marL="342900" indent="-342900">
              <a:buAutoNum type="arabicPeriod"/>
            </a:pPr>
            <a:endParaRPr lang="en-US" altLang="pt-BR" sz="2400"/>
          </a:p>
          <a:p>
            <a:pPr marL="342900" indent="-342900">
              <a:buAutoNum type="arabicPeriod"/>
            </a:pPr>
            <a:r>
              <a:rPr lang="en-US" altLang="pt-BR" sz="2400"/>
              <a:t>Hospedando c</a:t>
            </a:r>
            <a:r>
              <a:rPr lang="en-US" altLang="en-US" sz="2400"/>
              <a:t>ó</a:t>
            </a:r>
            <a:r>
              <a:rPr lang="en-US" altLang="pt-BR" sz="2400"/>
              <a:t>digo no GitHub</a:t>
            </a:r>
            <a:endParaRPr lang="en-US" altLang="pt-BR" sz="2400"/>
          </a:p>
          <a:p>
            <a:pPr marL="342900" indent="-342900">
              <a:buAutoNum type="arabicPeriod"/>
            </a:pPr>
            <a:endParaRPr lang="en-US" altLang="pt-BR" sz="2400"/>
          </a:p>
        </p:txBody>
      </p:sp>
      <p:sp>
        <p:nvSpPr>
          <p:cNvPr id="133" name="Google Shape;133;p23"/>
          <p:cNvSpPr txBox="1"/>
          <p:nvPr/>
        </p:nvSpPr>
        <p:spPr>
          <a:xfrm>
            <a:off x="471900" y="51811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 panose="02000000000000000000"/>
              <a:buNone/>
              <a:defRPr sz="3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400">
                <a:solidFill>
                  <a:srgbClr val="F6941C"/>
                </a:solidFill>
              </a:rPr>
              <a:t>Por que aprender?</a:t>
            </a:r>
            <a:endParaRPr lang="pt-BR" sz="5400">
              <a:solidFill>
                <a:srgbClr val="F6941C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06" name="Google Shape;206;p3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110125" y="716205"/>
            <a:ext cx="5971489" cy="4219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aixa de Texto 1"/>
          <p:cNvSpPr txBox="1"/>
          <p:nvPr/>
        </p:nvSpPr>
        <p:spPr>
          <a:xfrm>
            <a:off x="646430" y="116205"/>
            <a:ext cx="60960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 b="1">
                <a:solidFill>
                  <a:srgbClr val="F6941C"/>
                </a:solidFill>
                <a:sym typeface="+mn-ea"/>
              </a:rPr>
              <a:t>Ferramentas</a:t>
            </a:r>
            <a:endParaRPr lang="pt-BR" altLang="en-US" sz="4800" b="1">
              <a:solidFill>
                <a:srgbClr val="F6941C"/>
              </a:solidFill>
              <a:sym typeface="+mn-ea"/>
            </a:endParaRPr>
          </a:p>
        </p:txBody>
      </p:sp>
      <p:pic>
        <p:nvPicPr>
          <p:cNvPr id="224" name="Google Shape;224;p3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320011" y="1578530"/>
            <a:ext cx="3533699" cy="35336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aixa de Texto 2"/>
          <p:cNvSpPr txBox="1"/>
          <p:nvPr/>
        </p:nvSpPr>
        <p:spPr>
          <a:xfrm>
            <a:off x="2095500" y="4864735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BR" altLang="en-US" b="1"/>
              <a:t>GITHUB</a:t>
            </a:r>
            <a:endParaRPr lang="pt-BR" altLang="en-US" b="1"/>
          </a:p>
        </p:txBody>
      </p:sp>
      <p:pic>
        <p:nvPicPr>
          <p:cNvPr id="4" name="Google Shape;230;p39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6742732" y="1578810"/>
            <a:ext cx="3769775" cy="376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35" name="Google Shape;235;p40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672080" y="2005620"/>
            <a:ext cx="2847875" cy="28478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 de Texto 1"/>
          <p:cNvSpPr txBox="1"/>
          <p:nvPr/>
        </p:nvSpPr>
        <p:spPr>
          <a:xfrm>
            <a:off x="3902075" y="704850"/>
            <a:ext cx="438721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 sz="4800" b="1">
                <a:solidFill>
                  <a:srgbClr val="00408C"/>
                </a:solidFill>
                <a:sym typeface="+mn-ea"/>
              </a:rPr>
              <a:t>O que </a:t>
            </a:r>
            <a:r>
              <a:rPr lang="en-US" altLang="en-US" sz="4800" b="1">
                <a:solidFill>
                  <a:srgbClr val="00408C"/>
                </a:solidFill>
                <a:sym typeface="+mn-ea"/>
              </a:rPr>
              <a:t>é</a:t>
            </a:r>
            <a:r>
              <a:rPr lang="en-US" altLang="pt-BR" sz="4800" b="1">
                <a:solidFill>
                  <a:srgbClr val="00408C"/>
                </a:solidFill>
                <a:sym typeface="+mn-ea"/>
              </a:rPr>
              <a:t> GitHub?</a:t>
            </a:r>
            <a:endParaRPr lang="en-US" altLang="pt-BR" sz="4800" b="1">
              <a:solidFill>
                <a:srgbClr val="00408C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aixa de Texto 1"/>
          <p:cNvSpPr txBox="1"/>
          <p:nvPr/>
        </p:nvSpPr>
        <p:spPr>
          <a:xfrm>
            <a:off x="946785" y="30035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>
                <a:solidFill>
                  <a:srgbClr val="00408C"/>
                </a:solidFill>
                <a:sym typeface="+mn-ea"/>
              </a:rPr>
              <a:t>GitHub - Servidor Remoto</a:t>
            </a:r>
            <a:endParaRPr lang="pt-BR" altLang="en-US" sz="3600" b="1">
              <a:solidFill>
                <a:srgbClr val="00408C"/>
              </a:solidFill>
              <a:sym typeface="+mn-ea"/>
            </a:endParaRPr>
          </a:p>
        </p:txBody>
      </p:sp>
      <p:pic>
        <p:nvPicPr>
          <p:cNvPr id="242" name="Google Shape;242;p41"/>
          <p:cNvPicPr preferRelativeResize="0"/>
          <p:nvPr/>
        </p:nvPicPr>
        <p:blipFill>
          <a:blip r:embed="rId1">
            <a:lum contrast="-18000"/>
          </a:blip>
          <a:stretch>
            <a:fillRect/>
          </a:stretch>
        </p:blipFill>
        <p:spPr>
          <a:xfrm>
            <a:off x="2687200" y="1367882"/>
            <a:ext cx="3575450" cy="412263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243" name="Google Shape;243;p41"/>
          <p:cNvPicPr preferRelativeResize="0"/>
          <p:nvPr/>
        </p:nvPicPr>
        <p:blipFill>
          <a:blip r:embed="rId1">
            <a:lum contrast="-18000"/>
          </a:blip>
          <a:stretch>
            <a:fillRect/>
          </a:stretch>
        </p:blipFill>
        <p:spPr>
          <a:xfrm>
            <a:off x="5482851" y="1367882"/>
            <a:ext cx="3575450" cy="4122636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aixa de Texto 1"/>
          <p:cNvSpPr txBox="1"/>
          <p:nvPr/>
        </p:nvSpPr>
        <p:spPr>
          <a:xfrm>
            <a:off x="946785" y="30035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>
                <a:solidFill>
                  <a:srgbClr val="00408C"/>
                </a:solidFill>
                <a:sym typeface="+mn-ea"/>
              </a:rPr>
              <a:t>GitHub - Servidor Remoto</a:t>
            </a:r>
            <a:endParaRPr lang="pt-BR" altLang="en-US" sz="3600" b="1">
              <a:solidFill>
                <a:srgbClr val="00408C"/>
              </a:solidFill>
              <a:sym typeface="+mn-ea"/>
            </a:endParaRPr>
          </a:p>
        </p:txBody>
      </p:sp>
      <p:pic>
        <p:nvPicPr>
          <p:cNvPr id="250" name="Google Shape;250;p42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90220" y="2238375"/>
            <a:ext cx="11211560" cy="27216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56" name="Google Shape;256;p43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977945" y="1488718"/>
            <a:ext cx="3344625" cy="334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4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6966245" y="1412530"/>
            <a:ext cx="2739225" cy="3497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 de Texto 1"/>
          <p:cNvSpPr txBox="1"/>
          <p:nvPr/>
        </p:nvSpPr>
        <p:spPr>
          <a:xfrm>
            <a:off x="2693035" y="4673600"/>
            <a:ext cx="2303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BR" altLang="en-US" b="1"/>
              <a:t>GOOGLE DRIVE</a:t>
            </a:r>
            <a:endParaRPr lang="pt-BR" altLang="en-US" b="1"/>
          </a:p>
        </p:txBody>
      </p:sp>
      <p:sp>
        <p:nvSpPr>
          <p:cNvPr id="4" name="Caixa de Texto 3"/>
          <p:cNvSpPr txBox="1"/>
          <p:nvPr/>
        </p:nvSpPr>
        <p:spPr>
          <a:xfrm>
            <a:off x="946785" y="30035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 sz="3600" b="1">
                <a:solidFill>
                  <a:srgbClr val="00408C"/>
                </a:solidFill>
                <a:sym typeface="+mn-ea"/>
              </a:rPr>
              <a:t>Alternativas</a:t>
            </a:r>
            <a:endParaRPr lang="en-US" altLang="pt-BR" sz="3600" b="1">
              <a:solidFill>
                <a:srgbClr val="00408C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8" name="Google Shape;298;p50"/>
          <p:cNvSpPr txBox="1"/>
          <p:nvPr/>
        </p:nvSpPr>
        <p:spPr>
          <a:xfrm>
            <a:off x="5224595" y="2642565"/>
            <a:ext cx="1485000" cy="1012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600" b="1">
                <a:solidFill>
                  <a:srgbClr val="00408C"/>
                </a:solidFill>
              </a:rPr>
              <a:t>!=</a:t>
            </a:r>
            <a:endParaRPr lang="pt-BR" sz="9600" b="1">
              <a:solidFill>
                <a:srgbClr val="00408C"/>
              </a:solidFill>
            </a:endParaRPr>
          </a:p>
        </p:txBody>
      </p:sp>
      <p:pic>
        <p:nvPicPr>
          <p:cNvPr id="299" name="Google Shape;299;p50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981870" y="1725027"/>
            <a:ext cx="2847875" cy="284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5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208945" y="1603390"/>
            <a:ext cx="2969500" cy="296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5" name="Google Shape;305;p51"/>
          <p:cNvSpPr txBox="1"/>
          <p:nvPr/>
        </p:nvSpPr>
        <p:spPr>
          <a:xfrm>
            <a:off x="1984950" y="4344435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400">
                <a:solidFill>
                  <a:srgbClr val="F6941C"/>
                </a:solidFill>
              </a:rPr>
              <a:t>Etapa 0 - Instalação e Git init</a:t>
            </a:r>
            <a:endParaRPr lang="pt-BR" sz="5400">
              <a:solidFill>
                <a:srgbClr val="F6941C"/>
              </a:solidFill>
            </a:endParaRPr>
          </a:p>
        </p:txBody>
      </p:sp>
      <p:pic>
        <p:nvPicPr>
          <p:cNvPr id="306" name="Google Shape;306;p5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611250" y="655735"/>
            <a:ext cx="2969500" cy="296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946785" y="30035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en-US" sz="3600" b="1">
                <a:solidFill>
                  <a:srgbClr val="00408C"/>
                </a:solidFill>
                <a:sym typeface="+mn-ea"/>
              </a:rPr>
              <a:t>Instalando Git</a:t>
            </a:r>
            <a:endParaRPr lang="pt-BR" altLang="en-US" sz="3600" b="1">
              <a:solidFill>
                <a:srgbClr val="00408C"/>
              </a:solidFill>
              <a:sym typeface="+mn-ea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45610" y="1051560"/>
            <a:ext cx="6749415" cy="4754880"/>
          </a:xfrm>
          <a:prstGeom prst="rect">
            <a:avLst/>
          </a:prstGeom>
        </p:spPr>
      </p:pic>
      <p:sp>
        <p:nvSpPr>
          <p:cNvPr id="6" name="Caixa de Texto 5"/>
          <p:cNvSpPr txBox="1"/>
          <p:nvPr/>
        </p:nvSpPr>
        <p:spPr>
          <a:xfrm>
            <a:off x="946785" y="1281430"/>
            <a:ext cx="3221355" cy="15144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altLang="zh-CN" sz="1600"/>
              <a:t>Baixe o instalador:</a:t>
            </a:r>
            <a:endParaRPr lang="en-US" altLang="zh-CN" sz="1600"/>
          </a:p>
          <a:p>
            <a:endParaRPr lang="en-US" altLang="zh-CN" sz="1600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Acesse: </a:t>
            </a:r>
            <a:endParaRPr lang="en-US" altLang="zh-CN" sz="1600"/>
          </a:p>
          <a:p>
            <a:pPr indent="0">
              <a:buFont typeface="Arial" panose="020B0604020202020204"/>
              <a:buNone/>
            </a:pPr>
            <a:r>
              <a:rPr lang="en-US" altLang="zh-CN" sz="1600">
                <a:hlinkClick r:id="rId2" action="ppaction://hlinkfile"/>
              </a:rPr>
              <a:t>https://git-scm.com/download/win</a:t>
            </a:r>
            <a:endParaRPr lang="en-US" altLang="zh-CN" sz="1600"/>
          </a:p>
          <a:p>
            <a:pPr>
              <a:buFont typeface="Arial" panose="020B0604020202020204"/>
              <a:buChar char="•"/>
            </a:pPr>
            <a:endParaRPr lang="en-US" altLang="zh-CN" sz="16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946785" y="30035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en-US" sz="3600" b="1">
                <a:solidFill>
                  <a:srgbClr val="00408C"/>
                </a:solidFill>
                <a:sym typeface="+mn-ea"/>
              </a:rPr>
              <a:t>Instalando Git</a:t>
            </a:r>
            <a:endParaRPr lang="pt-BR" altLang="en-US" sz="3600" b="1">
              <a:solidFill>
                <a:srgbClr val="00408C"/>
              </a:solidFill>
              <a:sym typeface="+mn-ea"/>
            </a:endParaRPr>
          </a:p>
        </p:txBody>
      </p:sp>
      <p:sp>
        <p:nvSpPr>
          <p:cNvPr id="2" name="Caixa de Texto 1"/>
          <p:cNvSpPr txBox="1"/>
          <p:nvPr/>
        </p:nvSpPr>
        <p:spPr>
          <a:xfrm>
            <a:off x="946785" y="1275080"/>
            <a:ext cx="5080000" cy="427672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/>
              <a:t>Abra o instalador (.exe) e avance nas telas:</a:t>
            </a:r>
            <a:endParaRPr lang="en-US" altLang="zh-CN" sz="1600"/>
          </a:p>
          <a:p>
            <a:endParaRPr lang="en-US" altLang="zh-CN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/>
              <a:t>Clique em Next</a:t>
            </a:r>
            <a:endParaRPr lang="en-US" altLang="zh-CN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/>
          </a:p>
          <a:p>
            <a:pPr indent="0">
              <a:buFont typeface="Arial" panose="020B0604020202020204"/>
              <a:buNone/>
            </a:pPr>
            <a:r>
              <a:rPr lang="pt-BR" altLang="en-US" sz="1600"/>
              <a:t>Marque todas as caixas</a:t>
            </a:r>
            <a:endParaRPr lang="pt-BR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sym typeface="+mn-ea"/>
              </a:rPr>
              <a:t>Clique em Next</a:t>
            </a:r>
            <a:endParaRPr lang="en-US" altLang="zh-CN" sz="1600"/>
          </a:p>
          <a:p>
            <a:pPr indent="0">
              <a:buFont typeface="Arial" panose="020B0604020202020204"/>
              <a:buNone/>
            </a:pPr>
            <a:endParaRPr lang="en-US" altLang="zh-CN" sz="1600"/>
          </a:p>
          <a:p>
            <a:pPr indent="0">
              <a:buFont typeface="Arial" panose="020B0604020202020204"/>
              <a:buNone/>
            </a:pPr>
            <a:r>
              <a:rPr lang="en-US" altLang="zh-CN" sz="1600"/>
              <a:t>Quando aparecer a opção "Choosing the default editor used by Git",</a:t>
            </a:r>
            <a:r>
              <a:rPr lang="pt-BR" altLang="en-US" sz="1600"/>
              <a:t> escolher a opção</a:t>
            </a:r>
            <a:r>
              <a:rPr lang="en-US" altLang="zh-CN" sz="1600"/>
              <a:t> "</a:t>
            </a:r>
            <a:r>
              <a:rPr lang="pt-BR" altLang="en-US" sz="1600"/>
              <a:t>Use visual studio code as git’s default editor</a:t>
            </a:r>
            <a:r>
              <a:rPr lang="en-US" altLang="zh-CN" sz="1600"/>
              <a:t>".</a:t>
            </a:r>
            <a:endParaRPr lang="en-US" altLang="zh-CN" sz="1600"/>
          </a:p>
          <a:p>
            <a:pPr indent="0">
              <a:buFont typeface="Arial" panose="020B0604020202020204"/>
              <a:buNone/>
            </a:pPr>
            <a:endParaRPr lang="en-US" altLang="zh-CN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sym typeface="+mn-ea"/>
              </a:rPr>
              <a:t>Clique em Next</a:t>
            </a:r>
            <a:r>
              <a:rPr lang="pt-BR" altLang="en-US" sz="1600">
                <a:sym typeface="+mn-ea"/>
              </a:rPr>
              <a:t> duas vezes</a:t>
            </a:r>
            <a:endParaRPr lang="en-US" altLang="zh-CN" sz="160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/>
          </a:p>
          <a:p>
            <a:pPr indent="0">
              <a:buFont typeface="Arial" panose="020B0604020202020204"/>
              <a:buNone/>
            </a:pPr>
            <a:r>
              <a:rPr lang="en-US" altLang="zh-CN" sz="1600"/>
              <a:t>Na parte "Adjusting your PATH environment", selecione "Git from the command line and also from 3rd-party software".</a:t>
            </a:r>
            <a:endParaRPr lang="en-US" altLang="zh-CN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/>
              <a:t>Continue clicando em Next até Install.</a:t>
            </a:r>
            <a:endParaRPr lang="en-US" altLang="zh-CN" sz="160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6785" y="870585"/>
            <a:ext cx="5718175" cy="90678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480" y="1858645"/>
            <a:ext cx="4511040" cy="36957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946785" y="30035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en-US" sz="3600" b="1">
                <a:solidFill>
                  <a:srgbClr val="00408C"/>
                </a:solidFill>
                <a:sym typeface="+mn-ea"/>
              </a:rPr>
              <a:t>Instalando Git</a:t>
            </a:r>
            <a:endParaRPr lang="pt-BR" altLang="en-US" sz="3600" b="1">
              <a:solidFill>
                <a:srgbClr val="00408C"/>
              </a:solidFill>
              <a:sym typeface="+mn-ea"/>
            </a:endParaRPr>
          </a:p>
        </p:txBody>
      </p:sp>
      <p:sp>
        <p:nvSpPr>
          <p:cNvPr id="2" name="Caixa de Texto 1"/>
          <p:cNvSpPr txBox="1"/>
          <p:nvPr/>
        </p:nvSpPr>
        <p:spPr>
          <a:xfrm>
            <a:off x="946785" y="1275080"/>
            <a:ext cx="5345430" cy="3037840"/>
          </a:xfrm>
          <a:prstGeom prst="rect">
            <a:avLst/>
          </a:prstGeom>
        </p:spPr>
        <p:txBody>
          <a:bodyPr>
            <a:noAutofit/>
          </a:bodyPr>
          <a:p>
            <a:r>
              <a:rPr lang="pt-BR" sz="1600"/>
              <a:t>Marque a caixa “Launch Git Bash”</a:t>
            </a:r>
            <a:endParaRPr lang="pt-BR" sz="1600"/>
          </a:p>
          <a:p>
            <a:endParaRPr lang="pt-BR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sym typeface="+mn-ea"/>
              </a:rPr>
              <a:t>Clique em </a:t>
            </a:r>
            <a:r>
              <a:rPr lang="pt-BR" sz="1600"/>
              <a:t>Finish</a:t>
            </a:r>
            <a:endParaRPr lang="pt-BR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/>
          </a:p>
          <a:p>
            <a:pPr indent="0">
              <a:buFont typeface="Arial" panose="020B0604020202020204" pitchFamily="34" charset="0"/>
              <a:buNone/>
            </a:pPr>
            <a:endParaRPr lang="en-US" altLang="pt-BR" sz="1600"/>
          </a:p>
          <a:p>
            <a:pPr indent="0">
              <a:buFont typeface="Arial" panose="020B0604020202020204" pitchFamily="34" charset="0"/>
              <a:buNone/>
            </a:pPr>
            <a:endParaRPr lang="en-US" altLang="pt-BR" sz="1600"/>
          </a:p>
          <a:p>
            <a:pPr indent="0">
              <a:buFont typeface="Arial" panose="020B0604020202020204" pitchFamily="34" charset="0"/>
              <a:buNone/>
            </a:pPr>
            <a:endParaRPr lang="en-US" altLang="pt-BR" sz="1600"/>
          </a:p>
          <a:p>
            <a:pPr indent="0">
              <a:buFont typeface="Arial" panose="020B0604020202020204" pitchFamily="34" charset="0"/>
              <a:buNone/>
            </a:pPr>
            <a:r>
              <a:rPr lang="en-US" altLang="pt-BR" sz="1600"/>
              <a:t>Teste se instalou corretamente:</a:t>
            </a:r>
            <a:endParaRPr lang="en-US" altLang="pt-BR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pt-BR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 sz="1600"/>
              <a:t>Abra o Git Bash e digite:</a:t>
            </a:r>
            <a:endParaRPr lang="en-US" altLang="pt-BR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pt-BR" sz="1600"/>
          </a:p>
          <a:p>
            <a:pPr indent="0">
              <a:buNone/>
            </a:pPr>
            <a:r>
              <a:rPr lang="en-US" altLang="pt-BR" sz="1600"/>
              <a:t>git --version</a:t>
            </a:r>
            <a:endParaRPr lang="en-US" altLang="pt-BR" sz="1600"/>
          </a:p>
          <a:p>
            <a:pPr indent="0">
              <a:buNone/>
            </a:pPr>
            <a:endParaRPr lang="en-US" altLang="pt-BR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pt-BR" sz="160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4755" y="848995"/>
            <a:ext cx="5213985" cy="4284345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4473575"/>
            <a:ext cx="4353560" cy="111506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946785" y="30035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en-US" sz="3600" b="1">
                <a:solidFill>
                  <a:srgbClr val="00408C"/>
                </a:solidFill>
                <a:sym typeface="+mn-ea"/>
              </a:rPr>
              <a:t>O que é o Git Bash</a:t>
            </a:r>
            <a:endParaRPr lang="pt-BR" altLang="en-US" sz="3600" b="1">
              <a:solidFill>
                <a:srgbClr val="00408C"/>
              </a:solidFill>
              <a:sym typeface="+mn-ea"/>
            </a:endParaRPr>
          </a:p>
        </p:txBody>
      </p:sp>
      <p:sp>
        <p:nvSpPr>
          <p:cNvPr id="2" name="Caixa de Texto 1"/>
          <p:cNvSpPr txBox="1"/>
          <p:nvPr/>
        </p:nvSpPr>
        <p:spPr>
          <a:xfrm>
            <a:off x="946785" y="1390650"/>
            <a:ext cx="10171430" cy="3669030"/>
          </a:xfrm>
          <a:prstGeom prst="rect">
            <a:avLst/>
          </a:prstGeom>
        </p:spPr>
        <p:txBody>
          <a:bodyPr>
            <a:noAutofit/>
          </a:bodyPr>
          <a:p>
            <a:r>
              <a:rPr lang="pt-BR" altLang="en-US" sz="2000">
                <a:solidFill>
                  <a:schemeClr val="tx1"/>
                </a:solidFill>
                <a:cs typeface="+mn-lt"/>
              </a:rPr>
              <a:t>É</a:t>
            </a:r>
            <a:r>
              <a:rPr lang="en-US" altLang="zh-CN" sz="2000">
                <a:solidFill>
                  <a:schemeClr val="tx1"/>
                </a:solidFill>
                <a:cs typeface="+mn-lt"/>
              </a:rPr>
              <a:t> um aplicativo que emula a linha de comando do Linux no Windows, permitindo executar comandos Git e outras utilidades de linha de comando diretamente no sistema operacional</a:t>
            </a:r>
            <a:r>
              <a:rPr lang="en-US" altLang="zh-CN" sz="2000" b="0" i="0">
                <a:solidFill>
                  <a:schemeClr val="tx1"/>
                </a:solidFill>
                <a:ea typeface="Google Sans"/>
                <a:cs typeface="+mn-lt"/>
              </a:rPr>
              <a:t>. Ele é uma ferramenta essencial para desenvolvedores que usam Windows e precisam interagir com o Git, um sistema de controle de versão, através de texto. </a:t>
            </a:r>
            <a:endParaRPr lang="en-US" altLang="zh-CN" sz="2000" b="0" i="0">
              <a:solidFill>
                <a:schemeClr val="tx1"/>
              </a:solidFill>
              <a:ea typeface="Google Sans"/>
              <a:cs typeface="+mn-l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946785" y="30035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en-US" sz="3600" b="1">
                <a:solidFill>
                  <a:srgbClr val="00408C"/>
                </a:solidFill>
                <a:sym typeface="+mn-ea"/>
              </a:rPr>
              <a:t>Utilizando Git Bash</a:t>
            </a:r>
            <a:endParaRPr lang="pt-BR" altLang="en-US" sz="3600" b="1">
              <a:solidFill>
                <a:srgbClr val="00408C"/>
              </a:solidFill>
              <a:sym typeface="+mn-ea"/>
            </a:endParaRPr>
          </a:p>
        </p:txBody>
      </p:sp>
      <p:sp>
        <p:nvSpPr>
          <p:cNvPr id="2" name="Caixa de Texto 1"/>
          <p:cNvSpPr txBox="1"/>
          <p:nvPr/>
        </p:nvSpPr>
        <p:spPr>
          <a:xfrm>
            <a:off x="946785" y="1586865"/>
            <a:ext cx="5345430" cy="4458335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pt-BR" sz="1600"/>
              <a:t>Ir at</a:t>
            </a:r>
            <a:r>
              <a:rPr lang="en-US" altLang="en-US" sz="1600"/>
              <a:t>é</a:t>
            </a:r>
            <a:r>
              <a:rPr lang="en-US" altLang="pt-BR" sz="1600"/>
              <a:t> o Desktop</a:t>
            </a:r>
            <a:endParaRPr lang="en-US" altLang="pt-BR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 sz="1600"/>
              <a:t>cd </a:t>
            </a:r>
            <a:r>
              <a:rPr lang="pt-BR" altLang="en-US" sz="1600"/>
              <a:t> ~</a:t>
            </a:r>
            <a:r>
              <a:rPr lang="en-US" altLang="pt-BR" sz="1600"/>
              <a:t>/Desktop</a:t>
            </a:r>
            <a:endParaRPr lang="en-US" altLang="pt-BR" sz="1600"/>
          </a:p>
          <a:p>
            <a:pPr indent="0">
              <a:buFont typeface="Arial" panose="020B0604020202020204" pitchFamily="34" charset="0"/>
              <a:buNone/>
            </a:pPr>
            <a:endParaRPr lang="en-US" altLang="pt-BR" sz="1600"/>
          </a:p>
          <a:p>
            <a:pPr indent="0">
              <a:buFont typeface="Arial" panose="020B0604020202020204" pitchFamily="34" charset="0"/>
              <a:buNone/>
            </a:pPr>
            <a:r>
              <a:rPr lang="en-US" altLang="pt-BR" sz="1600"/>
              <a:t>Criar uma pasta com seu nome</a:t>
            </a:r>
            <a:endParaRPr lang="en-US" altLang="pt-BR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 sz="1600"/>
              <a:t>mkdir </a:t>
            </a:r>
            <a:r>
              <a:rPr lang="pt-BR" altLang="en-US" sz="1600"/>
              <a:t>Nome_Sobrenome</a:t>
            </a:r>
            <a:endParaRPr lang="pt-BR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altLang="en-US" sz="1600"/>
          </a:p>
          <a:p>
            <a:pPr indent="0">
              <a:buFont typeface="Arial" panose="020B0604020202020204" pitchFamily="34" charset="0"/>
              <a:buNone/>
            </a:pPr>
            <a:r>
              <a:rPr lang="en-US" altLang="pt-BR" sz="1600"/>
              <a:t>Entrar na pasta criada</a:t>
            </a:r>
            <a:endParaRPr lang="en-US" altLang="pt-BR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 sz="1600"/>
              <a:t>cd</a:t>
            </a:r>
            <a:r>
              <a:rPr lang="en-US" altLang="pt-BR" sz="1600">
                <a:sym typeface="+mn-ea"/>
              </a:rPr>
              <a:t> </a:t>
            </a:r>
            <a:r>
              <a:rPr lang="pt-BR" altLang="en-US" sz="1600">
                <a:sym typeface="+mn-ea"/>
              </a:rPr>
              <a:t>Nome_Sobrenome</a:t>
            </a:r>
            <a:endParaRPr lang="pt-BR" altLang="en-US" sz="1600"/>
          </a:p>
          <a:p>
            <a:pPr indent="0">
              <a:buFont typeface="Arial" panose="020B0604020202020204" pitchFamily="34" charset="0"/>
              <a:buNone/>
            </a:pPr>
            <a:endParaRPr lang="en-US" altLang="pt-BR" sz="1600"/>
          </a:p>
          <a:p>
            <a:pPr indent="0">
              <a:buFont typeface="Arial" panose="020B0604020202020204" pitchFamily="34" charset="0"/>
              <a:buNone/>
            </a:pPr>
            <a:r>
              <a:rPr lang="en-US" altLang="pt-BR" sz="1600"/>
              <a:t>Criar uma pasta chamada repositorio_portfolio_web</a:t>
            </a:r>
            <a:endParaRPr lang="en-US" altLang="pt-BR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 sz="1600"/>
              <a:t>mkdir repositorio_portfolio_web</a:t>
            </a:r>
            <a:endParaRPr lang="en-US" altLang="pt-BR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pt-BR" sz="1600"/>
          </a:p>
          <a:p>
            <a:pPr indent="0">
              <a:buFont typeface="Arial" panose="020B0604020202020204" pitchFamily="34" charset="0"/>
              <a:buNone/>
            </a:pPr>
            <a:r>
              <a:rPr lang="en-US" altLang="pt-BR" sz="1600"/>
              <a:t>Entrar nessa nova pasta</a:t>
            </a:r>
            <a:endParaRPr lang="en-US" altLang="pt-BR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 sz="1600"/>
              <a:t>cd repositorio_portfolio_web</a:t>
            </a:r>
            <a:endParaRPr lang="en-US" altLang="pt-BR" sz="1600"/>
          </a:p>
          <a:p>
            <a:pPr indent="0">
              <a:buFont typeface="Arial" panose="020B0604020202020204" pitchFamily="34" charset="0"/>
              <a:buNone/>
            </a:pPr>
            <a:endParaRPr lang="en-US" altLang="pt-BR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pt-BR" sz="1600"/>
          </a:p>
        </p:txBody>
      </p:sp>
      <p:sp>
        <p:nvSpPr>
          <p:cNvPr id="3" name="Caixa de Texto 2"/>
          <p:cNvSpPr txBox="1"/>
          <p:nvPr/>
        </p:nvSpPr>
        <p:spPr>
          <a:xfrm>
            <a:off x="1073785" y="76200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en-US" sz="2800" b="1">
                <a:solidFill>
                  <a:srgbClr val="00408C"/>
                </a:solidFill>
                <a:sym typeface="+mn-ea"/>
              </a:rPr>
              <a:t>Criando ambiente</a:t>
            </a:r>
            <a:endParaRPr lang="pt-BR" altLang="en-US" sz="2800" b="1">
              <a:solidFill>
                <a:srgbClr val="00408C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946785" y="30035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en-US" sz="3600" b="1">
                <a:solidFill>
                  <a:srgbClr val="00408C"/>
                </a:solidFill>
                <a:sym typeface="+mn-ea"/>
              </a:rPr>
              <a:t>Utilizando Git Bash</a:t>
            </a:r>
            <a:endParaRPr lang="pt-BR" altLang="en-US" sz="3600" b="1">
              <a:solidFill>
                <a:srgbClr val="00408C"/>
              </a:solidFill>
              <a:sym typeface="+mn-ea"/>
            </a:endParaRPr>
          </a:p>
        </p:txBody>
      </p:sp>
      <p:sp>
        <p:nvSpPr>
          <p:cNvPr id="2" name="Caixa de Texto 1"/>
          <p:cNvSpPr txBox="1"/>
          <p:nvPr/>
        </p:nvSpPr>
        <p:spPr>
          <a:xfrm>
            <a:off x="946785" y="1586865"/>
            <a:ext cx="5345430" cy="4458335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pt-BR" sz="1600"/>
              <a:t>Iniciar o reposit</a:t>
            </a:r>
            <a:r>
              <a:rPr lang="en-US" altLang="en-US" sz="1600"/>
              <a:t>ó</a:t>
            </a:r>
            <a:r>
              <a:rPr lang="en-US" altLang="pt-BR" sz="1600"/>
              <a:t>rio Git dentro dessa pasta</a:t>
            </a:r>
            <a:endParaRPr lang="en-US" altLang="pt-BR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 sz="1600"/>
              <a:t>git init</a:t>
            </a:r>
            <a:endParaRPr lang="en-US" altLang="pt-BR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pt-BR" sz="1600"/>
          </a:p>
          <a:p>
            <a:pPr indent="0">
              <a:buFont typeface="Arial" panose="020B0604020202020204" pitchFamily="34" charset="0"/>
              <a:buNone/>
            </a:pPr>
            <a:r>
              <a:rPr lang="en-US" altLang="pt-BR" sz="1600"/>
              <a:t>Se tudo der certo, o Git Bash mostrar</a:t>
            </a:r>
            <a:r>
              <a:rPr lang="en-US" altLang="en-US" sz="1600"/>
              <a:t>á</a:t>
            </a:r>
            <a:r>
              <a:rPr lang="en-US" altLang="pt-BR" sz="1600"/>
              <a:t> algo como:</a:t>
            </a:r>
            <a:endParaRPr lang="en-US" altLang="pt-BR" sz="1600"/>
          </a:p>
          <a:p>
            <a:pPr indent="0">
              <a:buFont typeface="Arial" panose="020B0604020202020204" pitchFamily="34" charset="0"/>
              <a:buNone/>
            </a:pPr>
            <a:endParaRPr lang="en-US" altLang="pt-BR" sz="1600"/>
          </a:p>
          <a:p>
            <a:pPr indent="0">
              <a:buFont typeface="Arial" panose="020B0604020202020204" pitchFamily="34" charset="0"/>
              <a:buNone/>
            </a:pPr>
            <a:r>
              <a:rPr lang="pt-BR" altLang="en-US" sz="1600"/>
              <a:t>“ </a:t>
            </a:r>
            <a:r>
              <a:rPr lang="en-US" altLang="pt-BR" sz="1600"/>
              <a:t>Initialized empty Git repository in C:/Users/seu_usuario/Desktop/Nome_Sobrenome/repositorio_portfolio_web/.git/</a:t>
            </a:r>
            <a:r>
              <a:rPr lang="pt-BR" altLang="en-US" sz="1600"/>
              <a:t> “</a:t>
            </a:r>
            <a:endParaRPr lang="en-US" altLang="pt-BR" sz="1600"/>
          </a:p>
          <a:p>
            <a:pPr indent="0">
              <a:buFont typeface="Arial" panose="020B0604020202020204" pitchFamily="34" charset="0"/>
              <a:buNone/>
            </a:pPr>
            <a:endParaRPr lang="en-US" altLang="pt-BR" sz="1600"/>
          </a:p>
          <a:p>
            <a:pPr indent="0">
              <a:buFont typeface="Arial" panose="020B0604020202020204" pitchFamily="34" charset="0"/>
              <a:buNone/>
            </a:pPr>
            <a:r>
              <a:rPr lang="pt-BR" altLang="en-US" sz="1600"/>
              <a:t>Ir na Área de Trabalho, acessar a pasta e exibir arquivos ocultos</a:t>
            </a:r>
            <a:r>
              <a:rPr lang="pt-BR" altLang="en-US" sz="1600"/>
              <a:t> para ver o arquivo .git</a:t>
            </a:r>
            <a:endParaRPr lang="pt-BR" altLang="en-US" sz="1600"/>
          </a:p>
        </p:txBody>
      </p:sp>
      <p:sp>
        <p:nvSpPr>
          <p:cNvPr id="3" name="Caixa de Texto 2"/>
          <p:cNvSpPr txBox="1"/>
          <p:nvPr/>
        </p:nvSpPr>
        <p:spPr>
          <a:xfrm>
            <a:off x="1073785" y="76200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en-US" sz="2800" b="1">
                <a:solidFill>
                  <a:srgbClr val="00408C"/>
                </a:solidFill>
                <a:sym typeface="+mn-ea"/>
              </a:rPr>
              <a:t>Iniciando Repositório Local</a:t>
            </a:r>
            <a:endParaRPr lang="pt-BR" altLang="en-US" sz="2800" b="1">
              <a:solidFill>
                <a:srgbClr val="00408C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946785" y="30035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 sz="3600" b="1">
                <a:solidFill>
                  <a:srgbClr val="00408C"/>
                </a:solidFill>
                <a:sym typeface="+mn-ea"/>
              </a:rPr>
              <a:t>Configura</a:t>
            </a:r>
            <a:r>
              <a:rPr lang="en-US" altLang="en-US" sz="3600" b="1">
                <a:solidFill>
                  <a:srgbClr val="00408C"/>
                </a:solidFill>
                <a:sym typeface="+mn-ea"/>
              </a:rPr>
              <a:t>ç</a:t>
            </a:r>
            <a:r>
              <a:rPr lang="en-US" altLang="en-US" sz="3600" b="1">
                <a:solidFill>
                  <a:srgbClr val="00408C"/>
                </a:solidFill>
                <a:sym typeface="+mn-ea"/>
              </a:rPr>
              <a:t>ã</a:t>
            </a:r>
            <a:r>
              <a:rPr lang="en-US" altLang="pt-BR" sz="3600" b="1">
                <a:solidFill>
                  <a:srgbClr val="00408C"/>
                </a:solidFill>
                <a:sym typeface="+mn-ea"/>
              </a:rPr>
              <a:t>o</a:t>
            </a:r>
            <a:endParaRPr lang="en-US" altLang="pt-BR" sz="3600" b="1">
              <a:solidFill>
                <a:srgbClr val="00408C"/>
              </a:solidFill>
              <a:sym typeface="+mn-ea"/>
            </a:endParaRPr>
          </a:p>
        </p:txBody>
      </p:sp>
      <p:sp>
        <p:nvSpPr>
          <p:cNvPr id="2" name="Caixa de Texto 1"/>
          <p:cNvSpPr txBox="1"/>
          <p:nvPr/>
        </p:nvSpPr>
        <p:spPr>
          <a:xfrm>
            <a:off x="946785" y="1320800"/>
            <a:ext cx="5345430" cy="4458335"/>
          </a:xfrm>
          <a:prstGeom prst="rect">
            <a:avLst/>
          </a:prstGeom>
        </p:spPr>
        <p:txBody>
          <a:bodyPr>
            <a:noAutofit/>
          </a:bodyPr>
          <a:p>
            <a:r>
              <a:rPr lang="pt-BR" sz="1600"/>
              <a:t>Voltar ao git bash</a:t>
            </a:r>
            <a:endParaRPr lang="pt-BR" sz="1600"/>
          </a:p>
          <a:p>
            <a:endParaRPr lang="pt-BR" sz="1600"/>
          </a:p>
          <a:p>
            <a:r>
              <a:rPr lang="pt-BR" sz="1600"/>
              <a:t>defina seu nome e email</a:t>
            </a:r>
            <a:endParaRPr lang="pt-BR" sz="1600"/>
          </a:p>
          <a:p>
            <a:endParaRPr lang="en-US" altLang="pt-BR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 sz="1600"/>
              <a:t>git config</a:t>
            </a:r>
            <a:r>
              <a:rPr lang="pt-BR" altLang="en-US" sz="1600"/>
              <a:t> </a:t>
            </a:r>
            <a:r>
              <a:rPr lang="en-US" altLang="pt-BR" sz="1600">
                <a:sym typeface="+mn-ea"/>
              </a:rPr>
              <a:t>--global</a:t>
            </a:r>
            <a:r>
              <a:rPr lang="en-US" altLang="pt-BR" sz="1600"/>
              <a:t> user.name '</a:t>
            </a:r>
            <a:r>
              <a:rPr lang="pt-BR" altLang="en-US" sz="1600"/>
              <a:t>Seu Nome Sobrenome</a:t>
            </a:r>
            <a:r>
              <a:rPr lang="en-US" altLang="pt-BR" sz="1600"/>
              <a:t>'</a:t>
            </a:r>
            <a:endParaRPr lang="en-US" altLang="pt-BR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pt-BR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 sz="1600"/>
              <a:t>git config</a:t>
            </a:r>
            <a:r>
              <a:rPr lang="en-US" altLang="pt-BR" sz="1600">
                <a:sym typeface="+mn-ea"/>
              </a:rPr>
              <a:t> --global</a:t>
            </a:r>
            <a:r>
              <a:rPr lang="en-US" altLang="pt-BR" sz="1600"/>
              <a:t> user.email '</a:t>
            </a:r>
            <a:r>
              <a:rPr lang="pt-BR" altLang="en-US" sz="1600"/>
              <a:t>Seu Email</a:t>
            </a:r>
            <a:r>
              <a:rPr lang="en-US" altLang="pt-BR" sz="1600"/>
              <a:t>'</a:t>
            </a:r>
            <a:endParaRPr lang="en-US" altLang="pt-BR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pt-BR" sz="1600"/>
          </a:p>
          <a:p>
            <a:pPr indent="0">
              <a:buFont typeface="Arial" panose="020B0604020202020204" pitchFamily="34" charset="0"/>
              <a:buNone/>
            </a:pPr>
            <a:r>
              <a:rPr lang="pt-BR" altLang="en-US" sz="1600"/>
              <a:t>Verifique</a:t>
            </a:r>
            <a:endParaRPr lang="pt-BR" altLang="en-US" sz="1600"/>
          </a:p>
          <a:p>
            <a:pPr indent="0">
              <a:buFont typeface="Arial" panose="020B0604020202020204" pitchFamily="34" charset="0"/>
              <a:buNone/>
            </a:pPr>
            <a:endParaRPr lang="pt-BR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 sz="1600"/>
              <a:t>git config user.name</a:t>
            </a:r>
            <a:endParaRPr lang="en-US" altLang="pt-BR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pt-BR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 sz="1600"/>
              <a:t>git config user.email</a:t>
            </a:r>
            <a:endParaRPr lang="en-US" altLang="pt-BR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pt-BR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pt-BR" sz="1600"/>
              <a:t>git config --global pull.rebase false</a:t>
            </a:r>
            <a:endParaRPr lang="en-US" altLang="pt-BR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pt-BR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pt-BR" sz="1600"/>
          </a:p>
          <a:p>
            <a:pPr indent="0">
              <a:buFont typeface="Arial" panose="020B0604020202020204" pitchFamily="34" charset="0"/>
              <a:buNone/>
            </a:pPr>
            <a:endParaRPr lang="en-US" altLang="pt-BR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pt-BR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pt-BR" sz="1600"/>
          </a:p>
          <a:p>
            <a:endParaRPr lang="en-US" altLang="pt-BR" sz="16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9" name="Google Shape;339;p56"/>
          <p:cNvSpPr txBox="1"/>
          <p:nvPr/>
        </p:nvSpPr>
        <p:spPr>
          <a:xfrm>
            <a:off x="1465580" y="3827780"/>
            <a:ext cx="9260840" cy="10128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F6941C"/>
                </a:solidFill>
              </a:rPr>
              <a:t>Etapa 1 - Manipulação de arquivos</a:t>
            </a:r>
            <a:endParaRPr lang="pt-BR" sz="4800">
              <a:solidFill>
                <a:srgbClr val="F6941C"/>
              </a:solidFill>
            </a:endParaRPr>
          </a:p>
        </p:txBody>
      </p:sp>
      <p:pic>
        <p:nvPicPr>
          <p:cNvPr id="340" name="Google Shape;340;p5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876800" y="730575"/>
            <a:ext cx="24384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5" name="Google Shape;345;p57"/>
          <p:cNvSpPr txBox="1"/>
          <p:nvPr/>
        </p:nvSpPr>
        <p:spPr>
          <a:xfrm>
            <a:off x="301437" y="477067"/>
            <a:ext cx="3744000" cy="1271200"/>
          </a:xfrm>
          <a:prstGeom prst="rect">
            <a:avLst/>
          </a:prstGeom>
        </p:spPr>
        <p:txBody>
          <a:bodyPr wrap="square" lIns="121900" tIns="121900" rIns="121900" bIns="121900" anchor="b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kern="1200">
                <a:solidFill>
                  <a:schemeClr val="tx1"/>
                </a:solidFill>
                <a:latin typeface="Calibri Light" panose="020F0302020204030204" pitchFamily="34" charset="0"/>
                <a:ea typeface="+mj-ea"/>
                <a:cs typeface="+mj-c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/>
              <a:t>Git status</a:t>
            </a:r>
            <a:endParaRPr lang="pt-BR" sz="4000"/>
          </a:p>
        </p:txBody>
      </p:sp>
      <p:sp>
        <p:nvSpPr>
          <p:cNvPr id="346" name="Google Shape;346;p57"/>
          <p:cNvSpPr txBox="1"/>
          <p:nvPr/>
        </p:nvSpPr>
        <p:spPr>
          <a:xfrm>
            <a:off x="301433" y="1954400"/>
            <a:ext cx="3744000" cy="4218000"/>
          </a:xfrm>
          <a:prstGeom prst="rect">
            <a:avLst/>
          </a:prstGeom>
        </p:spPr>
        <p:txBody>
          <a:bodyPr wrap="square" lIns="121900" tIns="121900" rIns="121900" bIns="121900" anchor="t" anchorCtr="0">
            <a:noAutofit/>
          </a:bodyPr>
          <a:lstStyle>
            <a:lvl1pPr marL="609600" marR="0" lvl="0" indent="-4064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Tx/>
              <a:buFont typeface="Arial" panose="020B0604020202020204" pitchFamily="34" charset="0"/>
              <a:buChar char="●"/>
              <a:defRPr sz="1600" b="0" kern="1200">
                <a:solidFill>
                  <a:schemeClr val="lt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1219200" lvl="1" indent="-406400" algn="l" defTabSz="914400" rtl="0" eaLnBrk="1" latinLnBrk="0" hangingPunct="1">
              <a:lnSpc>
                <a:spcPct val="90000"/>
              </a:lnSpc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 panose="020B0604020202020204" pitchFamily="34" charset="0"/>
              <a:buChar char="○"/>
              <a:defRPr sz="1600" kern="1200" baseline="0">
                <a:solidFill>
                  <a:schemeClr val="lt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828800" lvl="2" indent="-406400" algn="l" defTabSz="914400" rtl="0" eaLnBrk="1" latinLnBrk="0" hangingPunct="1">
              <a:lnSpc>
                <a:spcPct val="90000"/>
              </a:lnSpc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 panose="020B0604020202020204" pitchFamily="34" charset="0"/>
              <a:buChar char="■"/>
              <a:defRPr sz="1600" kern="1200" baseline="0">
                <a:solidFill>
                  <a:schemeClr val="lt1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2438400" lvl="3" indent="-406400" algn="l" defTabSz="914400" rtl="0" eaLnBrk="1" latinLnBrk="0" hangingPunct="1">
              <a:lnSpc>
                <a:spcPct val="90000"/>
              </a:lnSpc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 panose="020B0604020202020204" pitchFamily="34" charset="0"/>
              <a:buChar char="●"/>
              <a:defRPr sz="1600" kern="1200" baseline="0">
                <a:solidFill>
                  <a:schemeClr val="lt1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3048000" lvl="4" indent="-406400" algn="l" defTabSz="914400" rtl="0" eaLnBrk="1" latinLnBrk="0" hangingPunct="1">
              <a:lnSpc>
                <a:spcPct val="90000"/>
              </a:lnSpc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 panose="020B0604020202020204" pitchFamily="34" charset="0"/>
              <a:buChar char="○"/>
              <a:defRPr sz="1600" kern="1200" baseline="0">
                <a:solidFill>
                  <a:schemeClr val="lt1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3657600" lvl="5" indent="-406400" algn="l" defTabSz="914400" rtl="0" eaLnBrk="1" latinLnBrk="0" hangingPunct="1">
              <a:lnSpc>
                <a:spcPct val="90000"/>
              </a:lnSpc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 panose="020B0604020202020204" pitchFamily="34" charset="0"/>
              <a:buChar char="■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267200" lvl="6" indent="-406400" algn="l" defTabSz="914400" rtl="0" eaLnBrk="1" latinLnBrk="0" hangingPunct="1">
              <a:lnSpc>
                <a:spcPct val="90000"/>
              </a:lnSpc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 panose="020B0604020202020204" pitchFamily="34" charset="0"/>
              <a:buChar char="●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76800" lvl="7" indent="-406400" algn="l" defTabSz="914400" rtl="0" eaLnBrk="1" latinLnBrk="0" hangingPunct="1">
              <a:lnSpc>
                <a:spcPct val="90000"/>
              </a:lnSpc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 panose="020B0604020202020204" pitchFamily="34" charset="0"/>
              <a:buChar char="○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lvl="8" indent="-406400" algn="l" defTabSz="914400" rtl="0" eaLnBrk="1" latinLnBrk="0" hangingPunct="1">
              <a:lnSpc>
                <a:spcPct val="90000"/>
              </a:lnSpc>
              <a:spcBef>
                <a:spcPct val="4270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Arial" panose="020B0604020202020204" pitchFamily="34" charset="0"/>
              <a:buChar char="■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pt-BR" sz="2400">
                <a:solidFill>
                  <a:schemeClr val="tx1"/>
                </a:solidFill>
              </a:rPr>
              <a:t>Verifica o status</a:t>
            </a:r>
            <a:endParaRPr lang="pt-BR" sz="2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5" name="Google Shape;345;p57"/>
          <p:cNvSpPr txBox="1"/>
          <p:nvPr/>
        </p:nvSpPr>
        <p:spPr>
          <a:xfrm>
            <a:off x="301437" y="477067"/>
            <a:ext cx="3744000" cy="1271200"/>
          </a:xfrm>
          <a:prstGeom prst="rect">
            <a:avLst/>
          </a:prstGeom>
        </p:spPr>
        <p:txBody>
          <a:bodyPr wrap="square" lIns="121900" tIns="121900" rIns="121900" bIns="121900" anchor="b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kern="1200">
                <a:solidFill>
                  <a:schemeClr val="tx1"/>
                </a:solidFill>
                <a:latin typeface="Calibri Light" panose="020F0302020204030204" pitchFamily="34" charset="0"/>
                <a:ea typeface="+mj-ea"/>
                <a:cs typeface="+mj-c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/>
              <a:t>Git status</a:t>
            </a:r>
            <a:endParaRPr lang="pt-BR" sz="4000"/>
          </a:p>
        </p:txBody>
      </p:sp>
      <p:sp>
        <p:nvSpPr>
          <p:cNvPr id="346" name="Google Shape;346;p57"/>
          <p:cNvSpPr txBox="1"/>
          <p:nvPr/>
        </p:nvSpPr>
        <p:spPr>
          <a:xfrm>
            <a:off x="301433" y="1954400"/>
            <a:ext cx="3744000" cy="4218000"/>
          </a:xfrm>
          <a:prstGeom prst="rect">
            <a:avLst/>
          </a:prstGeom>
        </p:spPr>
        <p:txBody>
          <a:bodyPr wrap="square" lIns="121900" tIns="121900" rIns="121900" bIns="121900" anchor="t" anchorCtr="0">
            <a:noAutofit/>
          </a:bodyPr>
          <a:lstStyle>
            <a:lvl1pPr marL="609600" marR="0" lvl="0" indent="-4064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Tx/>
              <a:buFont typeface="Arial" panose="020B0604020202020204" pitchFamily="34" charset="0"/>
              <a:buChar char="●"/>
              <a:defRPr sz="1600" b="0" kern="1200">
                <a:solidFill>
                  <a:schemeClr val="lt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1219200" lvl="1" indent="-406400" algn="l" defTabSz="914400" rtl="0" eaLnBrk="1" latinLnBrk="0" hangingPunct="1">
              <a:lnSpc>
                <a:spcPct val="90000"/>
              </a:lnSpc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 panose="020B0604020202020204" pitchFamily="34" charset="0"/>
              <a:buChar char="○"/>
              <a:defRPr sz="1600" kern="1200" baseline="0">
                <a:solidFill>
                  <a:schemeClr val="lt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828800" lvl="2" indent="-406400" algn="l" defTabSz="914400" rtl="0" eaLnBrk="1" latinLnBrk="0" hangingPunct="1">
              <a:lnSpc>
                <a:spcPct val="90000"/>
              </a:lnSpc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 panose="020B0604020202020204" pitchFamily="34" charset="0"/>
              <a:buChar char="■"/>
              <a:defRPr sz="1600" kern="1200" baseline="0">
                <a:solidFill>
                  <a:schemeClr val="lt1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2438400" lvl="3" indent="-406400" algn="l" defTabSz="914400" rtl="0" eaLnBrk="1" latinLnBrk="0" hangingPunct="1">
              <a:lnSpc>
                <a:spcPct val="90000"/>
              </a:lnSpc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 panose="020B0604020202020204" pitchFamily="34" charset="0"/>
              <a:buChar char="●"/>
              <a:defRPr sz="1600" kern="1200" baseline="0">
                <a:solidFill>
                  <a:schemeClr val="lt1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3048000" lvl="4" indent="-406400" algn="l" defTabSz="914400" rtl="0" eaLnBrk="1" latinLnBrk="0" hangingPunct="1">
              <a:lnSpc>
                <a:spcPct val="90000"/>
              </a:lnSpc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 panose="020B0604020202020204" pitchFamily="34" charset="0"/>
              <a:buChar char="○"/>
              <a:defRPr sz="1600" kern="1200" baseline="0">
                <a:solidFill>
                  <a:schemeClr val="lt1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3657600" lvl="5" indent="-406400" algn="l" defTabSz="914400" rtl="0" eaLnBrk="1" latinLnBrk="0" hangingPunct="1">
              <a:lnSpc>
                <a:spcPct val="90000"/>
              </a:lnSpc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 panose="020B0604020202020204" pitchFamily="34" charset="0"/>
              <a:buChar char="■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267200" lvl="6" indent="-406400" algn="l" defTabSz="914400" rtl="0" eaLnBrk="1" latinLnBrk="0" hangingPunct="1">
              <a:lnSpc>
                <a:spcPct val="90000"/>
              </a:lnSpc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 panose="020B0604020202020204" pitchFamily="34" charset="0"/>
              <a:buChar char="●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76800" lvl="7" indent="-406400" algn="l" defTabSz="914400" rtl="0" eaLnBrk="1" latinLnBrk="0" hangingPunct="1">
              <a:lnSpc>
                <a:spcPct val="90000"/>
              </a:lnSpc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 panose="020B0604020202020204" pitchFamily="34" charset="0"/>
              <a:buChar char="○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lvl="8" indent="-406400" algn="l" defTabSz="914400" rtl="0" eaLnBrk="1" latinLnBrk="0" hangingPunct="1">
              <a:lnSpc>
                <a:spcPct val="90000"/>
              </a:lnSpc>
              <a:spcBef>
                <a:spcPct val="4270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Arial" panose="020B0604020202020204" pitchFamily="34" charset="0"/>
              <a:buChar char="■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pt-BR" sz="2400">
                <a:solidFill>
                  <a:schemeClr val="tx1"/>
                </a:solidFill>
              </a:rPr>
              <a:t>Verifica o status</a:t>
            </a:r>
            <a:endParaRPr lang="pt-BR" sz="2400">
              <a:solidFill>
                <a:schemeClr val="tx1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8830" y="1954530"/>
            <a:ext cx="7345680" cy="124841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2" name="Google Shape;352;p58"/>
          <p:cNvSpPr txBox="1"/>
          <p:nvPr/>
        </p:nvSpPr>
        <p:spPr>
          <a:xfrm>
            <a:off x="301437" y="477067"/>
            <a:ext cx="3744000" cy="1271200"/>
          </a:xfrm>
          <a:prstGeom prst="rect">
            <a:avLst/>
          </a:prstGeom>
        </p:spPr>
        <p:txBody>
          <a:bodyPr wrap="square" lIns="121900" tIns="121900" rIns="121900" bIns="121900" anchor="b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kern="1200">
                <a:solidFill>
                  <a:schemeClr val="tx1"/>
                </a:solidFill>
                <a:latin typeface="Calibri Light" panose="020F0302020204030204" pitchFamily="34" charset="0"/>
                <a:ea typeface="+mj-ea"/>
                <a:cs typeface="+mj-c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/>
              <a:t>Git status</a:t>
            </a:r>
            <a:endParaRPr lang="pt-BR" sz="4000"/>
          </a:p>
        </p:txBody>
      </p:sp>
      <p:sp>
        <p:nvSpPr>
          <p:cNvPr id="353" name="Google Shape;353;p58"/>
          <p:cNvSpPr txBox="1"/>
          <p:nvPr/>
        </p:nvSpPr>
        <p:spPr>
          <a:xfrm>
            <a:off x="301433" y="1954400"/>
            <a:ext cx="3744000" cy="4218000"/>
          </a:xfrm>
          <a:prstGeom prst="rect">
            <a:avLst/>
          </a:prstGeom>
        </p:spPr>
        <p:txBody>
          <a:bodyPr wrap="square" lIns="121900" tIns="121900" rIns="121900" bIns="121900" anchor="t" anchorCtr="0">
            <a:noAutofit/>
          </a:bodyPr>
          <a:lstStyle>
            <a:lvl1pPr marL="609600" marR="0" lvl="0" indent="-4064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Tx/>
              <a:buFont typeface="Arial" panose="020B0604020202020204" pitchFamily="34" charset="0"/>
              <a:buChar char="●"/>
              <a:defRPr sz="1600" b="0" kern="1200">
                <a:solidFill>
                  <a:schemeClr val="lt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1219200" lvl="1" indent="-406400" algn="l" defTabSz="914400" rtl="0" eaLnBrk="1" latinLnBrk="0" hangingPunct="1">
              <a:lnSpc>
                <a:spcPct val="90000"/>
              </a:lnSpc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 panose="020B0604020202020204" pitchFamily="34" charset="0"/>
              <a:buChar char="○"/>
              <a:defRPr sz="1600" kern="1200" baseline="0">
                <a:solidFill>
                  <a:schemeClr val="lt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828800" lvl="2" indent="-406400" algn="l" defTabSz="914400" rtl="0" eaLnBrk="1" latinLnBrk="0" hangingPunct="1">
              <a:lnSpc>
                <a:spcPct val="90000"/>
              </a:lnSpc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 panose="020B0604020202020204" pitchFamily="34" charset="0"/>
              <a:buChar char="■"/>
              <a:defRPr sz="1600" kern="1200" baseline="0">
                <a:solidFill>
                  <a:schemeClr val="lt1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2438400" lvl="3" indent="-406400" algn="l" defTabSz="914400" rtl="0" eaLnBrk="1" latinLnBrk="0" hangingPunct="1">
              <a:lnSpc>
                <a:spcPct val="90000"/>
              </a:lnSpc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 panose="020B0604020202020204" pitchFamily="34" charset="0"/>
              <a:buChar char="●"/>
              <a:defRPr sz="1600" kern="1200" baseline="0">
                <a:solidFill>
                  <a:schemeClr val="lt1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3048000" lvl="4" indent="-406400" algn="l" defTabSz="914400" rtl="0" eaLnBrk="1" latinLnBrk="0" hangingPunct="1">
              <a:lnSpc>
                <a:spcPct val="90000"/>
              </a:lnSpc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 panose="020B0604020202020204" pitchFamily="34" charset="0"/>
              <a:buChar char="○"/>
              <a:defRPr sz="1600" kern="1200" baseline="0">
                <a:solidFill>
                  <a:schemeClr val="lt1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3657600" lvl="5" indent="-406400" algn="l" defTabSz="914400" rtl="0" eaLnBrk="1" latinLnBrk="0" hangingPunct="1">
              <a:lnSpc>
                <a:spcPct val="90000"/>
              </a:lnSpc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 panose="020B0604020202020204" pitchFamily="34" charset="0"/>
              <a:buChar char="■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267200" lvl="6" indent="-406400" algn="l" defTabSz="914400" rtl="0" eaLnBrk="1" latinLnBrk="0" hangingPunct="1">
              <a:lnSpc>
                <a:spcPct val="90000"/>
              </a:lnSpc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 panose="020B0604020202020204" pitchFamily="34" charset="0"/>
              <a:buChar char="●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76800" lvl="7" indent="-406400" algn="l" defTabSz="914400" rtl="0" eaLnBrk="1" latinLnBrk="0" hangingPunct="1">
              <a:lnSpc>
                <a:spcPct val="90000"/>
              </a:lnSpc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 panose="020B0604020202020204" pitchFamily="34" charset="0"/>
              <a:buChar char="○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lvl="8" indent="-406400" algn="l" defTabSz="914400" rtl="0" eaLnBrk="1" latinLnBrk="0" hangingPunct="1">
              <a:lnSpc>
                <a:spcPct val="90000"/>
              </a:lnSpc>
              <a:spcBef>
                <a:spcPct val="4270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Arial" panose="020B0604020202020204" pitchFamily="34" charset="0"/>
              <a:buChar char="■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pt-BR" sz="2400" strike="sngStrike">
                <a:solidFill>
                  <a:schemeClr val="tx1"/>
                </a:solidFill>
              </a:rPr>
              <a:t>Verifica o status</a:t>
            </a:r>
            <a:endParaRPr lang="pt-BR" sz="2400" strike="sngStrike">
              <a:solidFill>
                <a:schemeClr val="tx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pt-BR" sz="2400">
                <a:solidFill>
                  <a:schemeClr val="tx1"/>
                </a:solidFill>
              </a:rPr>
              <a:t>Cria o arquivo</a:t>
            </a:r>
            <a:endParaRPr lang="pt-BR" sz="2400">
              <a:solidFill>
                <a:schemeClr val="tx1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1845" y="1954530"/>
            <a:ext cx="7590155" cy="80200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9" name="Google Shape;359;p59"/>
          <p:cNvSpPr txBox="1"/>
          <p:nvPr/>
        </p:nvSpPr>
        <p:spPr>
          <a:xfrm>
            <a:off x="536387" y="477067"/>
            <a:ext cx="3744000" cy="1271200"/>
          </a:xfrm>
          <a:prstGeom prst="rect">
            <a:avLst/>
          </a:prstGeom>
        </p:spPr>
        <p:txBody>
          <a:bodyPr wrap="square" lIns="121900" tIns="121900" rIns="121900" bIns="121900" anchor="b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kern="1200">
                <a:solidFill>
                  <a:schemeClr val="tx1"/>
                </a:solidFill>
                <a:latin typeface="Calibri Light" panose="020F0302020204030204" pitchFamily="34" charset="0"/>
                <a:ea typeface="+mj-ea"/>
                <a:cs typeface="+mj-c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/>
              <a:t>Exercício</a:t>
            </a:r>
            <a:endParaRPr lang="pt-BR" sz="4000"/>
          </a:p>
        </p:txBody>
      </p:sp>
      <p:sp>
        <p:nvSpPr>
          <p:cNvPr id="3" name="Caixa de Texto 2"/>
          <p:cNvSpPr txBox="1"/>
          <p:nvPr/>
        </p:nvSpPr>
        <p:spPr>
          <a:xfrm>
            <a:off x="536575" y="2173605"/>
            <a:ext cx="516128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BR" altLang="en-US"/>
              <a:t>Além da página index.html</a:t>
            </a:r>
            <a:br>
              <a:rPr lang="pt-BR" altLang="en-US"/>
            </a:br>
            <a:endParaRPr lang="pt-BR" altLang="en-US"/>
          </a:p>
          <a:p>
            <a:r>
              <a:rPr lang="pt-BR" altLang="en-US"/>
              <a:t>Com os comandos já aprendidos, crie uma pasta chamada “css” e um novo arquivo chamado “style.css” dentro da pasta</a:t>
            </a:r>
            <a:endParaRPr lang="pt-BR" altLang="en-US"/>
          </a:p>
          <a:p>
            <a:endParaRPr lang="pt-BR" altLang="en-US"/>
          </a:p>
          <a:p>
            <a:r>
              <a:rPr lang="pt-BR" altLang="en-US"/>
              <a:t>E rode novamente o comando:</a:t>
            </a:r>
            <a:endParaRPr lang="pt-BR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en-US"/>
              <a:t>git status</a:t>
            </a:r>
            <a:endParaRPr lang="pt-BR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9" name="Google Shape;359;p59"/>
          <p:cNvSpPr txBox="1"/>
          <p:nvPr/>
        </p:nvSpPr>
        <p:spPr>
          <a:xfrm>
            <a:off x="301437" y="477067"/>
            <a:ext cx="3744000" cy="1271200"/>
          </a:xfrm>
          <a:prstGeom prst="rect">
            <a:avLst/>
          </a:prstGeom>
        </p:spPr>
        <p:txBody>
          <a:bodyPr wrap="square" lIns="121900" tIns="121900" rIns="121900" bIns="121900" anchor="b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kern="1200">
                <a:solidFill>
                  <a:schemeClr val="tx1"/>
                </a:solidFill>
                <a:latin typeface="Calibri Light" panose="020F0302020204030204" pitchFamily="34" charset="0"/>
                <a:ea typeface="+mj-ea"/>
                <a:cs typeface="+mj-c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/>
              <a:t>Git status</a:t>
            </a:r>
            <a:endParaRPr lang="pt-BR" sz="4000"/>
          </a:p>
        </p:txBody>
      </p:sp>
      <p:sp>
        <p:nvSpPr>
          <p:cNvPr id="360" name="Google Shape;360;p59"/>
          <p:cNvSpPr txBox="1"/>
          <p:nvPr/>
        </p:nvSpPr>
        <p:spPr>
          <a:xfrm>
            <a:off x="301433" y="1954400"/>
            <a:ext cx="3744000" cy="4218000"/>
          </a:xfrm>
          <a:prstGeom prst="rect">
            <a:avLst/>
          </a:prstGeom>
        </p:spPr>
        <p:txBody>
          <a:bodyPr wrap="square" lIns="121900" tIns="121900" rIns="121900" bIns="121900" anchor="t" anchorCtr="0">
            <a:noAutofit/>
          </a:bodyPr>
          <a:lstStyle>
            <a:lvl1pPr marL="609600" marR="0" lvl="0" indent="-4064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Tx/>
              <a:buFont typeface="Arial" panose="020B0604020202020204" pitchFamily="34" charset="0"/>
              <a:buChar char="●"/>
              <a:defRPr sz="1600" b="0" kern="1200">
                <a:solidFill>
                  <a:schemeClr val="lt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1219200" lvl="1" indent="-406400" algn="l" defTabSz="914400" rtl="0" eaLnBrk="1" latinLnBrk="0" hangingPunct="1">
              <a:lnSpc>
                <a:spcPct val="90000"/>
              </a:lnSpc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 panose="020B0604020202020204" pitchFamily="34" charset="0"/>
              <a:buChar char="○"/>
              <a:defRPr sz="1600" kern="1200" baseline="0">
                <a:solidFill>
                  <a:schemeClr val="lt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828800" lvl="2" indent="-406400" algn="l" defTabSz="914400" rtl="0" eaLnBrk="1" latinLnBrk="0" hangingPunct="1">
              <a:lnSpc>
                <a:spcPct val="90000"/>
              </a:lnSpc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 panose="020B0604020202020204" pitchFamily="34" charset="0"/>
              <a:buChar char="■"/>
              <a:defRPr sz="1600" kern="1200" baseline="0">
                <a:solidFill>
                  <a:schemeClr val="lt1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2438400" lvl="3" indent="-406400" algn="l" defTabSz="914400" rtl="0" eaLnBrk="1" latinLnBrk="0" hangingPunct="1">
              <a:lnSpc>
                <a:spcPct val="90000"/>
              </a:lnSpc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 panose="020B0604020202020204" pitchFamily="34" charset="0"/>
              <a:buChar char="●"/>
              <a:defRPr sz="1600" kern="1200" baseline="0">
                <a:solidFill>
                  <a:schemeClr val="lt1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3048000" lvl="4" indent="-406400" algn="l" defTabSz="914400" rtl="0" eaLnBrk="1" latinLnBrk="0" hangingPunct="1">
              <a:lnSpc>
                <a:spcPct val="90000"/>
              </a:lnSpc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 panose="020B0604020202020204" pitchFamily="34" charset="0"/>
              <a:buChar char="○"/>
              <a:defRPr sz="1600" kern="1200" baseline="0">
                <a:solidFill>
                  <a:schemeClr val="lt1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3657600" lvl="5" indent="-406400" algn="l" defTabSz="914400" rtl="0" eaLnBrk="1" latinLnBrk="0" hangingPunct="1">
              <a:lnSpc>
                <a:spcPct val="90000"/>
              </a:lnSpc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 panose="020B0604020202020204" pitchFamily="34" charset="0"/>
              <a:buChar char="■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267200" lvl="6" indent="-406400" algn="l" defTabSz="914400" rtl="0" eaLnBrk="1" latinLnBrk="0" hangingPunct="1">
              <a:lnSpc>
                <a:spcPct val="90000"/>
              </a:lnSpc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 panose="020B0604020202020204" pitchFamily="34" charset="0"/>
              <a:buChar char="●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76800" lvl="7" indent="-406400" algn="l" defTabSz="914400" rtl="0" eaLnBrk="1" latinLnBrk="0" hangingPunct="1">
              <a:lnSpc>
                <a:spcPct val="90000"/>
              </a:lnSpc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 panose="020B0604020202020204" pitchFamily="34" charset="0"/>
              <a:buChar char="○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400" lvl="8" indent="-406400" algn="l" defTabSz="914400" rtl="0" eaLnBrk="1" latinLnBrk="0" hangingPunct="1">
              <a:lnSpc>
                <a:spcPct val="90000"/>
              </a:lnSpc>
              <a:spcBef>
                <a:spcPct val="4270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Arial" panose="020B0604020202020204" pitchFamily="34" charset="0"/>
              <a:buChar char="■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pt-BR" sz="2400" strike="sngStrike">
                <a:solidFill>
                  <a:schemeClr val="tx1"/>
                </a:solidFill>
              </a:rPr>
              <a:t>Verifica o status</a:t>
            </a:r>
            <a:endParaRPr lang="pt-BR" sz="2400" strike="sngStrike">
              <a:solidFill>
                <a:schemeClr val="tx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pt-BR" sz="2400" strike="sngStrike">
                <a:solidFill>
                  <a:schemeClr val="tx1"/>
                </a:solidFill>
              </a:rPr>
              <a:t>Cria o arquivo</a:t>
            </a:r>
            <a:endParaRPr lang="pt-BR" sz="2400" strike="sngStrike">
              <a:solidFill>
                <a:schemeClr val="tx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pt-BR" sz="2400">
                <a:solidFill>
                  <a:schemeClr val="tx1"/>
                </a:solidFill>
              </a:rPr>
              <a:t>Verifica o status</a:t>
            </a:r>
            <a:endParaRPr lang="pt-BR" sz="2400">
              <a:solidFill>
                <a:schemeClr val="tx1"/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0440" y="2096770"/>
            <a:ext cx="7949565" cy="247967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9" name="Google Shape;359;p59"/>
          <p:cNvSpPr txBox="1"/>
          <p:nvPr/>
        </p:nvSpPr>
        <p:spPr>
          <a:xfrm>
            <a:off x="536575" y="476885"/>
            <a:ext cx="6111240" cy="1271270"/>
          </a:xfrm>
          <a:prstGeom prst="rect">
            <a:avLst/>
          </a:prstGeom>
        </p:spPr>
        <p:txBody>
          <a:bodyPr wrap="square" lIns="121900" tIns="121900" rIns="121900" bIns="121900" anchor="b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kern="1200">
                <a:solidFill>
                  <a:schemeClr val="tx1"/>
                </a:solidFill>
                <a:latin typeface="Calibri Light" panose="020F0302020204030204" pitchFamily="34" charset="0"/>
                <a:ea typeface="+mj-ea"/>
                <a:cs typeface="+mj-c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 sz="4800"/>
              <a:t>Resultado esperado:</a:t>
            </a:r>
            <a:endParaRPr lang="en-US" altLang="pt-BR" sz="4800"/>
          </a:p>
        </p:txBody>
      </p:sp>
      <p:sp>
        <p:nvSpPr>
          <p:cNvPr id="3" name="Caixa de Texto 2"/>
          <p:cNvSpPr txBox="1"/>
          <p:nvPr/>
        </p:nvSpPr>
        <p:spPr>
          <a:xfrm>
            <a:off x="536575" y="2173605"/>
            <a:ext cx="8255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pt-BR" sz="2400"/>
              <a:t>Arquivos vermelhos = ainda n</a:t>
            </a:r>
            <a:r>
              <a:rPr lang="en-US" altLang="en-US" sz="2400"/>
              <a:t>ã</a:t>
            </a:r>
            <a:r>
              <a:rPr lang="en-US" altLang="pt-BR" sz="2400"/>
              <a:t>o rastreados “untracked”</a:t>
            </a:r>
            <a:endParaRPr lang="en-US" altLang="pt-BR" sz="2400"/>
          </a:p>
          <a:p>
            <a:endParaRPr lang="en-US" altLang="pt-BR" sz="2400"/>
          </a:p>
          <a:p>
            <a:r>
              <a:rPr lang="en-US" altLang="pt-BR" sz="2400"/>
              <a:t>Diret</a:t>
            </a:r>
            <a:r>
              <a:rPr lang="en-US" altLang="en-US" sz="2400"/>
              <a:t>ó</a:t>
            </a:r>
            <a:r>
              <a:rPr lang="en-US" altLang="pt-BR" sz="2400"/>
              <a:t>rio .git j</a:t>
            </a:r>
            <a:r>
              <a:rPr lang="en-US" altLang="en-US" sz="2400"/>
              <a:t>á</a:t>
            </a:r>
            <a:r>
              <a:rPr lang="en-US" altLang="pt-BR" sz="2400"/>
              <a:t> existe (n</a:t>
            </a:r>
            <a:r>
              <a:rPr lang="en-US" altLang="en-US" sz="2400"/>
              <a:t>ã</a:t>
            </a:r>
            <a:r>
              <a:rPr lang="en-US" altLang="pt-BR" sz="2400"/>
              <a:t>o aparece, </a:t>
            </a:r>
            <a:r>
              <a:rPr lang="en-US" altLang="en-US" sz="2400"/>
              <a:t>é</a:t>
            </a:r>
            <a:r>
              <a:rPr lang="en-US" altLang="pt-BR" sz="2400"/>
              <a:t> oculto)</a:t>
            </a:r>
            <a:endParaRPr lang="en-US" altLang="pt-BR" sz="24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6" name="Google Shape;366;p60"/>
          <p:cNvSpPr txBox="1"/>
          <p:nvPr/>
        </p:nvSpPr>
        <p:spPr>
          <a:xfrm>
            <a:off x="583565" y="4184015"/>
            <a:ext cx="11024870" cy="10128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F6941C"/>
                </a:solidFill>
              </a:rPr>
              <a:t>Etapa 2</a:t>
            </a:r>
            <a:endParaRPr lang="pt-BR" sz="4800">
              <a:solidFill>
                <a:srgbClr val="F6941C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F6941C"/>
                </a:solidFill>
              </a:rPr>
              <a:t> Staging area - Área de Preparação</a:t>
            </a:r>
            <a:endParaRPr lang="pt-BR" sz="4800">
              <a:solidFill>
                <a:srgbClr val="F6941C"/>
              </a:solidFill>
            </a:endParaRPr>
          </a:p>
        </p:txBody>
      </p:sp>
      <p:pic>
        <p:nvPicPr>
          <p:cNvPr id="367" name="Google Shape;367;p60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564113" y="874650"/>
            <a:ext cx="3063775" cy="306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74" name="Google Shape;374;p61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5987220" y="1259433"/>
            <a:ext cx="5805126" cy="335106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 de Texto 1"/>
          <p:cNvSpPr txBox="1"/>
          <p:nvPr/>
        </p:nvSpPr>
        <p:spPr>
          <a:xfrm>
            <a:off x="942340" y="2022475"/>
            <a:ext cx="4815840" cy="3061335"/>
          </a:xfrm>
          <a:prstGeom prst="rect">
            <a:avLst/>
          </a:prstGeom>
        </p:spPr>
        <p:txBody>
          <a:bodyPr>
            <a:noAutofit/>
          </a:bodyPr>
          <a:p>
            <a:r>
              <a:rPr lang="pt-BR" altLang="en-US" sz="2400"/>
              <a:t>U</a:t>
            </a:r>
            <a:r>
              <a:rPr lang="en-US" altLang="zh-CN" sz="2400"/>
              <a:t>m espaço intermediário onde você seleciona e agrupa as alterações que deseja incluir no próximo commit</a:t>
            </a:r>
            <a:r>
              <a:rPr lang="en-US" altLang="zh-CN" sz="2000" b="0" i="0">
                <a:solidFill>
                  <a:srgbClr val="EEF0FF"/>
                </a:solidFill>
                <a:latin typeface="Google Sans"/>
                <a:ea typeface="Google Sans"/>
              </a:rPr>
              <a:t>. E</a:t>
            </a:r>
            <a:endParaRPr lang="en-US" altLang="zh-CN" sz="2000" b="0" i="0">
              <a:solidFill>
                <a:srgbClr val="EEF0FF"/>
              </a:solidFill>
              <a:latin typeface="Google Sans"/>
              <a:ea typeface="Google Sans"/>
            </a:endParaRPr>
          </a:p>
        </p:txBody>
      </p:sp>
      <p:sp>
        <p:nvSpPr>
          <p:cNvPr id="372" name="Google Shape;372;p61"/>
          <p:cNvSpPr txBox="1"/>
          <p:nvPr/>
        </p:nvSpPr>
        <p:spPr>
          <a:xfrm>
            <a:off x="942358" y="696255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>
                <a:solidFill>
                  <a:schemeClr val="tx1"/>
                </a:solidFill>
              </a:rPr>
              <a:t>O que é</a:t>
            </a:r>
            <a:endParaRPr lang="pt-BR" sz="4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aixa de Texto 2"/>
          <p:cNvSpPr txBox="1"/>
          <p:nvPr/>
        </p:nvSpPr>
        <p:spPr>
          <a:xfrm>
            <a:off x="1551940" y="1544320"/>
            <a:ext cx="5436870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pt-BR" sz="2800"/>
              <a:t>Na janela de tempo entre uma vers</a:t>
            </a:r>
            <a:r>
              <a:rPr lang="en-US" altLang="en-US" sz="2800"/>
              <a:t>ã</a:t>
            </a:r>
            <a:r>
              <a:rPr lang="en-US" altLang="pt-BR" sz="2800"/>
              <a:t>o e outra, os arquivos podem estar em quatro estados. Estes s</a:t>
            </a:r>
            <a:r>
              <a:rPr lang="en-US" altLang="en-US" sz="2800"/>
              <a:t>ã</a:t>
            </a:r>
            <a:r>
              <a:rPr lang="en-US" altLang="pt-BR" sz="2800"/>
              <a:t>o:</a:t>
            </a:r>
            <a:endParaRPr lang="en-US" altLang="pt-BR" sz="2800"/>
          </a:p>
          <a:p>
            <a:endParaRPr lang="en-US" altLang="pt-BR" sz="2800"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pt-BR" sz="2800">
                <a:sym typeface="+mn-ea"/>
              </a:rPr>
              <a:t>N</a:t>
            </a:r>
            <a:r>
              <a:rPr lang="en-US" altLang="en-US" sz="2800">
                <a:sym typeface="+mn-ea"/>
              </a:rPr>
              <a:t>ã</a:t>
            </a:r>
            <a:r>
              <a:rPr lang="en-US" altLang="pt-BR" sz="2800">
                <a:sym typeface="+mn-ea"/>
              </a:rPr>
              <a:t>o-rastreado (untracked)</a:t>
            </a:r>
            <a:endParaRPr lang="en-US" altLang="pt-BR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pt-BR" sz="2800"/>
              <a:t>N</a:t>
            </a:r>
            <a:r>
              <a:rPr lang="en-US" altLang="en-US" sz="2800"/>
              <a:t>ã</a:t>
            </a:r>
            <a:r>
              <a:rPr lang="en-US" altLang="pt-BR" sz="2800"/>
              <a:t>o-modificado (unmodified)</a:t>
            </a:r>
            <a:endParaRPr lang="en-US" altLang="pt-BR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pt-BR" sz="2800"/>
              <a:t>Modificado (modified)</a:t>
            </a:r>
            <a:endParaRPr lang="en-US" altLang="pt-BR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pt-BR" sz="2800"/>
              <a:t>Staged</a:t>
            </a:r>
            <a:endParaRPr lang="en-US" altLang="pt-BR" sz="2800"/>
          </a:p>
        </p:txBody>
      </p:sp>
      <p:sp>
        <p:nvSpPr>
          <p:cNvPr id="372" name="Google Shape;372;p61"/>
          <p:cNvSpPr txBox="1"/>
          <p:nvPr/>
        </p:nvSpPr>
        <p:spPr>
          <a:xfrm>
            <a:off x="942358" y="18508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>
                <a:solidFill>
                  <a:schemeClr val="tx1"/>
                </a:solidFill>
              </a:rPr>
              <a:t>Staging area</a:t>
            </a:r>
            <a:endParaRPr lang="pt-BR" sz="4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aixa de Texto 2"/>
          <p:cNvSpPr txBox="1"/>
          <p:nvPr/>
        </p:nvSpPr>
        <p:spPr>
          <a:xfrm>
            <a:off x="1089660" y="496570"/>
            <a:ext cx="10240010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pt-BR" sz="2400">
                <a:sym typeface="+mn-ea"/>
              </a:rPr>
              <a:t>Estado N</a:t>
            </a:r>
            <a:r>
              <a:rPr lang="en-US" altLang="en-US" sz="2400">
                <a:sym typeface="+mn-ea"/>
              </a:rPr>
              <a:t>ã</a:t>
            </a:r>
            <a:r>
              <a:rPr lang="en-US" altLang="pt-BR" sz="2400">
                <a:sym typeface="+mn-ea"/>
              </a:rPr>
              <a:t>o-Rastreado</a:t>
            </a:r>
            <a:r>
              <a:rPr lang="pt-BR" altLang="en-US" sz="2400">
                <a:sym typeface="+mn-ea"/>
              </a:rPr>
              <a:t> </a:t>
            </a:r>
            <a:r>
              <a:rPr lang="en-US" altLang="pt-BR" sz="2400">
                <a:sym typeface="+mn-ea"/>
              </a:rPr>
              <a:t>(untracked)</a:t>
            </a:r>
            <a:endParaRPr lang="en-US" altLang="pt-BR" sz="2400"/>
          </a:p>
          <a:p>
            <a:r>
              <a:rPr lang="en-US" altLang="pt-BR" sz="2400">
                <a:sym typeface="+mn-ea"/>
              </a:rPr>
              <a:t>Arquivos neste estado n</a:t>
            </a:r>
            <a:r>
              <a:rPr lang="en-US" altLang="en-US" sz="2400">
                <a:sym typeface="+mn-ea"/>
              </a:rPr>
              <a:t>ã</a:t>
            </a:r>
            <a:r>
              <a:rPr lang="en-US" altLang="pt-BR" sz="2400">
                <a:sym typeface="+mn-ea"/>
              </a:rPr>
              <a:t>o est</a:t>
            </a:r>
            <a:r>
              <a:rPr lang="en-US" altLang="en-US" sz="2400">
                <a:sym typeface="+mn-ea"/>
              </a:rPr>
              <a:t>ã</a:t>
            </a:r>
            <a:r>
              <a:rPr lang="en-US" altLang="pt-BR" sz="2400">
                <a:sym typeface="+mn-ea"/>
              </a:rPr>
              <a:t>o presentes na vers</a:t>
            </a:r>
            <a:r>
              <a:rPr lang="en-US" altLang="en-US" sz="2400">
                <a:sym typeface="+mn-ea"/>
              </a:rPr>
              <a:t>ã</a:t>
            </a:r>
            <a:r>
              <a:rPr lang="en-US" altLang="pt-BR" sz="2400">
                <a:sym typeface="+mn-ea"/>
              </a:rPr>
              <a:t>o atual e n</a:t>
            </a:r>
            <a:r>
              <a:rPr lang="en-US" altLang="en-US" sz="2400">
                <a:sym typeface="+mn-ea"/>
              </a:rPr>
              <a:t>ã</a:t>
            </a:r>
            <a:r>
              <a:rPr lang="en-US" altLang="pt-BR" sz="2400">
                <a:sym typeface="+mn-ea"/>
              </a:rPr>
              <a:t>o constar</a:t>
            </a:r>
            <a:r>
              <a:rPr lang="en-US" altLang="en-US" sz="2400">
                <a:sym typeface="+mn-ea"/>
              </a:rPr>
              <a:t>ã</a:t>
            </a:r>
            <a:r>
              <a:rPr lang="en-US" altLang="pt-BR" sz="2400">
                <a:sym typeface="+mn-ea"/>
              </a:rPr>
              <a:t>o na pr</a:t>
            </a:r>
            <a:r>
              <a:rPr lang="en-US" altLang="en-US" sz="2400">
                <a:sym typeface="+mn-ea"/>
              </a:rPr>
              <a:t>ó</a:t>
            </a:r>
            <a:r>
              <a:rPr lang="en-US" altLang="pt-BR" sz="2400">
                <a:sym typeface="+mn-ea"/>
              </a:rPr>
              <a:t>xima vers</a:t>
            </a:r>
            <a:r>
              <a:rPr lang="en-US" altLang="en-US" sz="2400">
                <a:sym typeface="+mn-ea"/>
              </a:rPr>
              <a:t>ã</a:t>
            </a:r>
            <a:r>
              <a:rPr lang="en-US" altLang="pt-BR" sz="2400">
                <a:sym typeface="+mn-ea"/>
              </a:rPr>
              <a:t>o.</a:t>
            </a:r>
            <a:endParaRPr lang="en-US" altLang="pt-BR" sz="2400"/>
          </a:p>
          <a:p>
            <a:endParaRPr lang="en-US" altLang="pt-BR" sz="2400"/>
          </a:p>
          <a:p>
            <a:r>
              <a:rPr lang="en-US" altLang="pt-BR" sz="2400"/>
              <a:t>Estado N</a:t>
            </a:r>
            <a:r>
              <a:rPr lang="en-US" altLang="en-US" sz="2400"/>
              <a:t>ã</a:t>
            </a:r>
            <a:r>
              <a:rPr lang="en-US" altLang="pt-BR" sz="2400"/>
              <a:t>o-Modificado</a:t>
            </a:r>
            <a:r>
              <a:rPr lang="pt-BR" altLang="en-US" sz="2400"/>
              <a:t> </a:t>
            </a:r>
            <a:r>
              <a:rPr lang="en-US" altLang="pt-BR" sz="2400"/>
              <a:t> (unmodified)</a:t>
            </a:r>
            <a:endParaRPr lang="en-US" altLang="pt-BR" sz="2400"/>
          </a:p>
          <a:p>
            <a:r>
              <a:rPr lang="en-US" altLang="pt-BR" sz="2400"/>
              <a:t>Arquivos neste estado est</a:t>
            </a:r>
            <a:r>
              <a:rPr lang="en-US" altLang="en-US" sz="2400"/>
              <a:t>ã</a:t>
            </a:r>
            <a:r>
              <a:rPr lang="en-US" altLang="pt-BR" sz="2400"/>
              <a:t>o na vers</a:t>
            </a:r>
            <a:r>
              <a:rPr lang="en-US" altLang="en-US" sz="2400"/>
              <a:t>ã</a:t>
            </a:r>
            <a:r>
              <a:rPr lang="en-US" altLang="pt-BR" sz="2400"/>
              <a:t>o atual e n</a:t>
            </a:r>
            <a:r>
              <a:rPr lang="en-US" altLang="en-US" sz="2400"/>
              <a:t>ã</a:t>
            </a:r>
            <a:r>
              <a:rPr lang="en-US" altLang="pt-BR" sz="2400"/>
              <a:t>o foram alterados.</a:t>
            </a:r>
            <a:endParaRPr lang="en-US" altLang="pt-BR" sz="2400"/>
          </a:p>
          <a:p>
            <a:endParaRPr lang="en-US" altLang="pt-BR" sz="2400"/>
          </a:p>
          <a:p>
            <a:r>
              <a:rPr lang="en-US" altLang="pt-BR" sz="2400"/>
              <a:t>Estado Modificado</a:t>
            </a:r>
            <a:r>
              <a:rPr lang="pt-BR" altLang="en-US" sz="2400"/>
              <a:t> </a:t>
            </a:r>
            <a:r>
              <a:rPr lang="en-US" altLang="pt-BR" sz="2400"/>
              <a:t> (modified)</a:t>
            </a:r>
            <a:endParaRPr lang="en-US" altLang="pt-BR" sz="2400"/>
          </a:p>
          <a:p>
            <a:r>
              <a:rPr lang="en-US" altLang="pt-BR" sz="2400"/>
              <a:t>Arquivos neste estado est</a:t>
            </a:r>
            <a:r>
              <a:rPr lang="en-US" altLang="en-US" sz="2400"/>
              <a:t>ã</a:t>
            </a:r>
            <a:r>
              <a:rPr lang="en-US" altLang="pt-BR" sz="2400"/>
              <a:t>o na vers</a:t>
            </a:r>
            <a:r>
              <a:rPr lang="en-US" altLang="en-US" sz="2400"/>
              <a:t>ã</a:t>
            </a:r>
            <a:r>
              <a:rPr lang="en-US" altLang="pt-BR" sz="2400"/>
              <a:t>o atual, foram alterados, mas n</a:t>
            </a:r>
            <a:r>
              <a:rPr lang="en-US" altLang="en-US" sz="2400"/>
              <a:t>ã</a:t>
            </a:r>
            <a:r>
              <a:rPr lang="en-US" altLang="pt-BR" sz="2400"/>
              <a:t>o constar</a:t>
            </a:r>
            <a:r>
              <a:rPr lang="en-US" altLang="en-US" sz="2400"/>
              <a:t>ã</a:t>
            </a:r>
            <a:r>
              <a:rPr lang="en-US" altLang="pt-BR" sz="2400"/>
              <a:t>o na pr</a:t>
            </a:r>
            <a:r>
              <a:rPr lang="en-US" altLang="en-US" sz="2400"/>
              <a:t>ó</a:t>
            </a:r>
            <a:r>
              <a:rPr lang="en-US" altLang="pt-BR" sz="2400"/>
              <a:t>xima vers</a:t>
            </a:r>
            <a:r>
              <a:rPr lang="en-US" altLang="en-US" sz="2400"/>
              <a:t>ã</a:t>
            </a:r>
            <a:r>
              <a:rPr lang="en-US" altLang="pt-BR" sz="2400"/>
              <a:t>o.</a:t>
            </a:r>
            <a:endParaRPr lang="en-US" altLang="pt-BR" sz="2400"/>
          </a:p>
          <a:p>
            <a:endParaRPr lang="en-US" altLang="pt-BR" sz="2400"/>
          </a:p>
          <a:p>
            <a:r>
              <a:rPr lang="en-US" altLang="pt-BR" sz="2400"/>
              <a:t>Estado Staged</a:t>
            </a:r>
            <a:endParaRPr lang="en-US" altLang="pt-BR" sz="2400"/>
          </a:p>
          <a:p>
            <a:r>
              <a:rPr lang="en-US" altLang="pt-BR" sz="2400"/>
              <a:t>Arquivos neste estado trazem alguma mudan</a:t>
            </a:r>
            <a:r>
              <a:rPr lang="en-US" altLang="en-US" sz="2400"/>
              <a:t>ç</a:t>
            </a:r>
            <a:r>
              <a:rPr lang="en-US" altLang="pt-BR" sz="2400"/>
              <a:t>a e constar</a:t>
            </a:r>
            <a:r>
              <a:rPr lang="en-US" altLang="en-US" sz="2400"/>
              <a:t>ã</a:t>
            </a:r>
            <a:r>
              <a:rPr lang="en-US" altLang="pt-BR" sz="2400"/>
              <a:t>o na nova vers</a:t>
            </a:r>
            <a:r>
              <a:rPr lang="en-US" altLang="en-US" sz="2400"/>
              <a:t>ã</a:t>
            </a:r>
            <a:r>
              <a:rPr lang="en-US" altLang="pt-BR" sz="2400"/>
              <a:t>o.</a:t>
            </a:r>
            <a:br>
              <a:rPr lang="en-US" altLang="pt-BR" sz="2400"/>
            </a:br>
            <a:r>
              <a:rPr lang="pt-BR" altLang="en-US" sz="2400"/>
              <a:t>Prontos para o Commit</a:t>
            </a:r>
            <a:endParaRPr lang="pt-BR" altLang="en-US" sz="24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4120" y="913765"/>
            <a:ext cx="7799705" cy="4853940"/>
          </a:xfrm>
          <a:prstGeom prst="rect">
            <a:avLst/>
          </a:prstGeom>
        </p:spPr>
      </p:pic>
      <p:sp>
        <p:nvSpPr>
          <p:cNvPr id="5" name="Caixa de Texto 4"/>
          <p:cNvSpPr txBox="1"/>
          <p:nvPr/>
        </p:nvSpPr>
        <p:spPr>
          <a:xfrm>
            <a:off x="4064000" y="30988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BR" altLang="en-US" sz="2400"/>
              <a:t>Ciclo de vida de um arquivo</a:t>
            </a:r>
            <a:endParaRPr lang="pt-BR" altLang="en-US" sz="24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aixa de Texto 2"/>
          <p:cNvSpPr txBox="1"/>
          <p:nvPr/>
        </p:nvSpPr>
        <p:spPr>
          <a:xfrm>
            <a:off x="759460" y="940435"/>
            <a:ext cx="4017010" cy="4199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pt-BR" sz="2800"/>
              <a:t>Para adicionar arquivos modificados</a:t>
            </a:r>
            <a:r>
              <a:rPr lang="pt-BR" altLang="en-US" sz="2800"/>
              <a:t> </a:t>
            </a:r>
            <a:r>
              <a:rPr lang="en-US" altLang="pt-BR" sz="2800">
                <a:sym typeface="+mn-ea"/>
              </a:rPr>
              <a:t>(modified)</a:t>
            </a:r>
            <a:endParaRPr lang="en-US" altLang="pt-BR" sz="2800"/>
          </a:p>
          <a:p>
            <a:r>
              <a:rPr lang="en-US" altLang="pt-BR" sz="2800"/>
              <a:t>ou n</a:t>
            </a:r>
            <a:r>
              <a:rPr lang="en-US" altLang="en-US" sz="2800"/>
              <a:t>ã</a:t>
            </a:r>
            <a:r>
              <a:rPr lang="en-US" altLang="pt-BR" sz="2800"/>
              <a:t>o-rastreados</a:t>
            </a:r>
            <a:r>
              <a:rPr lang="pt-BR" altLang="en-US" sz="2800"/>
              <a:t> </a:t>
            </a:r>
            <a:r>
              <a:rPr lang="en-US" altLang="pt-BR" sz="2800">
                <a:sym typeface="+mn-ea"/>
              </a:rPr>
              <a:t>(untracked)</a:t>
            </a:r>
            <a:r>
              <a:rPr lang="en-US" altLang="pt-BR" sz="2800"/>
              <a:t> à staging area</a:t>
            </a:r>
            <a:r>
              <a:rPr lang="pt-BR" altLang="en-US" sz="2800"/>
              <a:t>, existe o comando git add</a:t>
            </a:r>
            <a:endParaRPr lang="pt-BR" altLang="en-US" sz="280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6470" y="577215"/>
            <a:ext cx="6934200" cy="446532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6470" y="5042535"/>
            <a:ext cx="6933565" cy="639445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2" name="Google Shape;372;p61"/>
          <p:cNvSpPr txBox="1"/>
          <p:nvPr/>
        </p:nvSpPr>
        <p:spPr>
          <a:xfrm>
            <a:off x="942358" y="696255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>
                <a:solidFill>
                  <a:schemeClr val="tx1"/>
                </a:solidFill>
              </a:rPr>
              <a:t>Git add</a:t>
            </a:r>
            <a:endParaRPr lang="pt-BR" sz="4000">
              <a:solidFill>
                <a:schemeClr val="tx1"/>
              </a:solidFill>
            </a:endParaRPr>
          </a:p>
        </p:txBody>
      </p:sp>
      <p:sp>
        <p:nvSpPr>
          <p:cNvPr id="373" name="Google Shape;373;p61"/>
          <p:cNvSpPr txBox="1"/>
          <p:nvPr/>
        </p:nvSpPr>
        <p:spPr>
          <a:xfrm>
            <a:off x="481330" y="2035175"/>
            <a:ext cx="4146550" cy="316357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r>
              <a:rPr lang="pt-BR" sz="2400">
                <a:solidFill>
                  <a:schemeClr val="tx1"/>
                </a:solidFill>
              </a:rPr>
              <a:t>git add . </a:t>
            </a:r>
            <a:endParaRPr lang="pt-BR" sz="2400">
              <a:solidFill>
                <a:schemeClr val="tx1"/>
              </a:solidFill>
            </a:endParaRPr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Font typeface="Arial" panose="020B0604020202020204" pitchFamily="34" charset="0"/>
              <a:buNone/>
            </a:pP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Font typeface="Arial" panose="020B0604020202020204" pitchFamily="34" charset="0"/>
              <a:buNone/>
            </a:pPr>
            <a:r>
              <a:rPr lang="pt-BR" sz="2400">
                <a:solidFill>
                  <a:schemeClr val="tx1"/>
                </a:solidFill>
                <a:sym typeface="+mn-ea"/>
              </a:rPr>
              <a:t>Verifica o status</a:t>
            </a:r>
            <a:endParaRPr lang="pt-BR" sz="2400">
              <a:solidFill>
                <a:schemeClr val="tx1"/>
              </a:solidFill>
            </a:endParaRPr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Font typeface="Arial" panose="020B0604020202020204" pitchFamily="34" charset="0"/>
              <a:buNone/>
            </a:pPr>
            <a:endParaRPr lang="pt-BR" sz="24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pt-BR" sz="24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pt-BR" sz="2400">
              <a:solidFill>
                <a:schemeClr val="tx1"/>
              </a:solidFill>
            </a:endParaRPr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pt-BR" sz="2400">
              <a:solidFill>
                <a:schemeClr val="tx1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7420" y="1724025"/>
            <a:ext cx="7143750" cy="310134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3" name="Google Shape;393;p64"/>
          <p:cNvSpPr txBox="1"/>
          <p:nvPr/>
        </p:nvSpPr>
        <p:spPr>
          <a:xfrm>
            <a:off x="1984950" y="428404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F6941C"/>
                </a:solidFill>
              </a:rPr>
              <a:t>Commit</a:t>
            </a:r>
            <a:endParaRPr lang="pt-BR" sz="4800">
              <a:solidFill>
                <a:srgbClr val="F6941C"/>
              </a:solidFill>
            </a:endParaRPr>
          </a:p>
        </p:txBody>
      </p:sp>
      <p:pic>
        <p:nvPicPr>
          <p:cNvPr id="394" name="Google Shape;394;p6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456690" y="1244455"/>
            <a:ext cx="8839200" cy="2276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Google Shape;427;p69"/>
          <p:cNvSpPr txBox="1"/>
          <p:nvPr/>
        </p:nvSpPr>
        <p:spPr>
          <a:xfrm>
            <a:off x="883920" y="512445"/>
            <a:ext cx="4654550" cy="95313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chemeClr val="tx1"/>
                </a:solidFill>
              </a:rPr>
              <a:t>Git commit</a:t>
            </a:r>
            <a:endParaRPr lang="pt-BR" sz="4800">
              <a:solidFill>
                <a:schemeClr val="tx1"/>
              </a:solidFill>
            </a:endParaRPr>
          </a:p>
        </p:txBody>
      </p:sp>
      <p:sp>
        <p:nvSpPr>
          <p:cNvPr id="3" name="Google Shape;428;p69"/>
          <p:cNvSpPr txBox="1"/>
          <p:nvPr/>
        </p:nvSpPr>
        <p:spPr>
          <a:xfrm>
            <a:off x="883920" y="1719580"/>
            <a:ext cx="8418195" cy="316357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pt-BR" sz="2400">
                <a:solidFill>
                  <a:schemeClr val="tx1"/>
                </a:solidFill>
              </a:rPr>
              <a:t>Nome significativo</a:t>
            </a:r>
            <a:endParaRPr lang="pt-BR" sz="2400">
              <a:solidFill>
                <a:schemeClr val="tx1"/>
              </a:solidFill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pt-BR" sz="2400">
                <a:solidFill>
                  <a:schemeClr val="tx1"/>
                </a:solidFill>
              </a:rPr>
              <a:t>Título com no máximo 50 letras</a:t>
            </a:r>
            <a:endParaRPr lang="pt-BR" sz="2400">
              <a:solidFill>
                <a:schemeClr val="tx1"/>
              </a:solidFill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pt-BR" sz="2400">
                <a:solidFill>
                  <a:schemeClr val="tx1"/>
                </a:solidFill>
              </a:rPr>
              <a:t>Verbos no indicativo</a:t>
            </a:r>
            <a:endParaRPr lang="pt-BR" sz="2400">
              <a:solidFill>
                <a:schemeClr val="tx1"/>
              </a:solidFill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pt-BR" sz="2400">
                <a:solidFill>
                  <a:schemeClr val="tx1"/>
                </a:solidFill>
              </a:rPr>
              <a:t>Mensagens com significado</a:t>
            </a:r>
            <a:br>
              <a:rPr lang="pt-BR" sz="2400">
                <a:solidFill>
                  <a:schemeClr val="tx1"/>
                </a:solidFill>
              </a:rPr>
            </a:br>
            <a:r>
              <a:rPr lang="pt-BR" sz="2400">
                <a:solidFill>
                  <a:schemeClr val="tx1"/>
                </a:solidFill>
              </a:rPr>
              <a:t>Exemplo: Altera imagem de fundo</a:t>
            </a:r>
            <a:endParaRPr lang="pt-BR" sz="2400">
              <a:solidFill>
                <a:schemeClr val="tx1"/>
              </a:solidFill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pt-BR" sz="2400">
                <a:solidFill>
                  <a:schemeClr val="tx1"/>
                </a:solidFill>
              </a:rPr>
              <a:t>Alterar poucas coisas por commit</a:t>
            </a:r>
            <a:endParaRPr lang="pt-BR" sz="2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Google Shape;427;p69"/>
          <p:cNvSpPr txBox="1"/>
          <p:nvPr/>
        </p:nvSpPr>
        <p:spPr>
          <a:xfrm>
            <a:off x="883920" y="512445"/>
            <a:ext cx="4654550" cy="95313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chemeClr val="tx1"/>
                </a:solidFill>
              </a:rPr>
              <a:t>Git commit</a:t>
            </a:r>
            <a:endParaRPr lang="pt-BR" sz="4800">
              <a:solidFill>
                <a:schemeClr val="tx1"/>
              </a:solidFill>
            </a:endParaRPr>
          </a:p>
        </p:txBody>
      </p:sp>
      <p:sp>
        <p:nvSpPr>
          <p:cNvPr id="3" name="Google Shape;428;p69"/>
          <p:cNvSpPr txBox="1"/>
          <p:nvPr/>
        </p:nvSpPr>
        <p:spPr>
          <a:xfrm>
            <a:off x="883920" y="1719580"/>
            <a:ext cx="10333990" cy="316357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r>
              <a:rPr lang="en-US" altLang="pt-BR" sz="2400">
                <a:solidFill>
                  <a:schemeClr val="tx1"/>
                </a:solidFill>
                <a:sym typeface="+mn-ea"/>
              </a:rPr>
              <a:t>Somente as mudan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ç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as com estado "staged" far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o parte do commit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r>
              <a:rPr lang="en-US" altLang="pt-BR" sz="2400">
                <a:solidFill>
                  <a:schemeClr val="tx1"/>
                </a:solidFill>
                <a:sym typeface="+mn-ea"/>
              </a:rPr>
              <a:t>A todo commit, o Git associa um n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ú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mero chamado de hash. O n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ú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mero sempre 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é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 apresentado na sua forma hexadecimal, como por exemplo: 80ba4e49ee1fc346ee4934bdd2b4581e61b5c5fa.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Google Shape;427;p69"/>
          <p:cNvSpPr txBox="1"/>
          <p:nvPr/>
        </p:nvSpPr>
        <p:spPr>
          <a:xfrm>
            <a:off x="883920" y="512445"/>
            <a:ext cx="4654550" cy="95313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chemeClr val="tx1"/>
                </a:solidFill>
              </a:rPr>
              <a:t>Git commit</a:t>
            </a:r>
            <a:endParaRPr lang="pt-BR" sz="4800">
              <a:solidFill>
                <a:schemeClr val="tx1"/>
              </a:solidFill>
            </a:endParaRPr>
          </a:p>
        </p:txBody>
      </p:sp>
      <p:sp>
        <p:nvSpPr>
          <p:cNvPr id="3" name="Google Shape;428;p69"/>
          <p:cNvSpPr txBox="1"/>
          <p:nvPr/>
        </p:nvSpPr>
        <p:spPr>
          <a:xfrm>
            <a:off x="883920" y="1719580"/>
            <a:ext cx="4965700" cy="316357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r>
              <a:rPr lang="pt-BR" sz="2400">
                <a:solidFill>
                  <a:schemeClr val="tx1"/>
                </a:solidFill>
                <a:sym typeface="+mn-ea"/>
              </a:rPr>
              <a:t>git commit -m ‘Cria arquivo inicial’</a:t>
            </a:r>
            <a:endParaRPr lang="pt-BR" sz="2400">
              <a:solidFill>
                <a:schemeClr val="tx1"/>
              </a:solidFill>
            </a:endParaRPr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Font typeface="Arial" panose="020B0604020202020204" pitchFamily="34" charset="0"/>
              <a:buNone/>
            </a:pPr>
            <a:endParaRPr lang="pt-BR" sz="24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Font typeface="Arial" panose="020B0604020202020204" pitchFamily="34" charset="0"/>
              <a:buNone/>
            </a:pPr>
            <a:r>
              <a:rPr lang="pt-BR" sz="2400">
                <a:solidFill>
                  <a:schemeClr val="tx1"/>
                </a:solidFill>
                <a:sym typeface="+mn-ea"/>
              </a:rPr>
              <a:t>Verifica o status</a:t>
            </a:r>
            <a:endParaRPr lang="pt-BR" sz="2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7495" y="2691765"/>
            <a:ext cx="7839075" cy="304482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aixa de Texto 2"/>
          <p:cNvSpPr txBox="1"/>
          <p:nvPr/>
        </p:nvSpPr>
        <p:spPr>
          <a:xfrm>
            <a:off x="1143000" y="215265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pt-BR" sz="4000">
                <a:solidFill>
                  <a:srgbClr val="F6941C"/>
                </a:solidFill>
                <a:sym typeface="+mn-ea"/>
              </a:rPr>
              <a:t>Padr</a:t>
            </a:r>
            <a:r>
              <a:rPr lang="en-US" altLang="en-US" sz="4000">
                <a:solidFill>
                  <a:srgbClr val="F6941C"/>
                </a:solidFill>
                <a:sym typeface="+mn-ea"/>
              </a:rPr>
              <a:t>õ</a:t>
            </a:r>
            <a:r>
              <a:rPr lang="en-US" altLang="pt-BR" sz="4000">
                <a:solidFill>
                  <a:srgbClr val="F6941C"/>
                </a:solidFill>
                <a:sym typeface="+mn-ea"/>
              </a:rPr>
              <a:t>es de commit </a:t>
            </a:r>
            <a:endParaRPr lang="en-US" altLang="pt-BR" sz="4000">
              <a:solidFill>
                <a:srgbClr val="F6941C"/>
              </a:solidFill>
              <a:sym typeface="+mn-ea"/>
            </a:endParaRPr>
          </a:p>
        </p:txBody>
      </p:sp>
      <p:sp>
        <p:nvSpPr>
          <p:cNvPr id="2" name="Google Shape;428;p69"/>
          <p:cNvSpPr txBox="1"/>
          <p:nvPr/>
        </p:nvSpPr>
        <p:spPr>
          <a:xfrm>
            <a:off x="1143000" y="1719580"/>
            <a:ext cx="10333990" cy="316357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pt-BR" altLang="en-US" sz="2400">
                <a:solidFill>
                  <a:schemeClr val="tx1"/>
                </a:solidFill>
                <a:sym typeface="+mn-ea"/>
              </a:rPr>
              <a:t>C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onven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çõ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es para escrever mensagens claras e estruturadas para o hist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ó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rico de controle de vers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o, facilitando a leitura e colabora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ç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o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r>
              <a:rPr lang="en-US" altLang="pt-BR" sz="2400">
                <a:solidFill>
                  <a:schemeClr val="tx1"/>
                </a:solidFill>
                <a:sym typeface="+mn-ea"/>
              </a:rPr>
              <a:t>Conventional Commits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400">
                <a:solidFill>
                  <a:schemeClr val="tx1"/>
                </a:solidFill>
                <a:sym typeface="+mn-ea"/>
                <a:hlinkClick r:id="rId1" action="ppaction://hlinkfile"/>
              </a:rPr>
              <a:t>https://www.conventionalcommits.org/en/v1.0.0/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endParaRPr lang="en-US" altLang="pt-BR" sz="24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aixa de Texto 2"/>
          <p:cNvSpPr txBox="1"/>
          <p:nvPr/>
        </p:nvSpPr>
        <p:spPr>
          <a:xfrm>
            <a:off x="1056640" y="520065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pt-BR" sz="4000">
                <a:solidFill>
                  <a:srgbClr val="F6941C"/>
                </a:solidFill>
                <a:sym typeface="+mn-ea"/>
              </a:rPr>
              <a:t>Estrutura b</a:t>
            </a:r>
            <a:r>
              <a:rPr lang="en-US" altLang="en-US" sz="4000">
                <a:solidFill>
                  <a:srgbClr val="F6941C"/>
                </a:solidFill>
                <a:sym typeface="+mn-ea"/>
              </a:rPr>
              <a:t>á</a:t>
            </a:r>
            <a:r>
              <a:rPr lang="en-US" altLang="pt-BR" sz="4000">
                <a:solidFill>
                  <a:srgbClr val="F6941C"/>
                </a:solidFill>
                <a:sym typeface="+mn-ea"/>
              </a:rPr>
              <a:t>sica</a:t>
            </a:r>
            <a:endParaRPr lang="en-US" altLang="pt-BR" sz="4000">
              <a:solidFill>
                <a:srgbClr val="F6941C"/>
              </a:solidFill>
              <a:sym typeface="+mn-ea"/>
            </a:endParaRPr>
          </a:p>
        </p:txBody>
      </p:sp>
      <p:sp>
        <p:nvSpPr>
          <p:cNvPr id="2" name="Google Shape;428;p69"/>
          <p:cNvSpPr txBox="1"/>
          <p:nvPr/>
        </p:nvSpPr>
        <p:spPr>
          <a:xfrm>
            <a:off x="1056640" y="1526540"/>
            <a:ext cx="10333990" cy="80772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3200">
                <a:solidFill>
                  <a:schemeClr val="tx1"/>
                </a:solidFill>
                <a:sym typeface="+mn-ea"/>
              </a:rPr>
              <a:t>&lt;tipo&gt;[(escopo opcional)]: &lt;descri</a:t>
            </a:r>
            <a:r>
              <a:rPr lang="en-US" altLang="en-US" sz="3200">
                <a:solidFill>
                  <a:schemeClr val="tx1"/>
                </a:solidFill>
                <a:sym typeface="+mn-ea"/>
              </a:rPr>
              <a:t>ç</a:t>
            </a:r>
            <a:r>
              <a:rPr lang="en-US" altLang="en-US" sz="32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3200">
                <a:solidFill>
                  <a:schemeClr val="tx1"/>
                </a:solidFill>
                <a:sym typeface="+mn-ea"/>
              </a:rPr>
              <a:t>o&gt;</a:t>
            </a:r>
            <a:endParaRPr lang="en-US" altLang="pt-BR" sz="32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32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3200">
                <a:solidFill>
                  <a:schemeClr val="tx1"/>
                </a:solidFill>
                <a:sym typeface="+mn-ea"/>
              </a:rPr>
              <a:t>[corpo da mensagem (opcional)]</a:t>
            </a:r>
            <a:endParaRPr lang="en-US" altLang="pt-BR" sz="32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32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3200">
                <a:solidFill>
                  <a:schemeClr val="tx1"/>
                </a:solidFill>
                <a:sym typeface="+mn-ea"/>
              </a:rPr>
              <a:t>[rodap</a:t>
            </a:r>
            <a:r>
              <a:rPr lang="en-US" altLang="en-US" sz="3200">
                <a:solidFill>
                  <a:schemeClr val="tx1"/>
                </a:solidFill>
                <a:sym typeface="+mn-ea"/>
              </a:rPr>
              <a:t>é</a:t>
            </a:r>
            <a:r>
              <a:rPr lang="en-US" altLang="pt-BR" sz="3200">
                <a:solidFill>
                  <a:schemeClr val="tx1"/>
                </a:solidFill>
                <a:sym typeface="+mn-ea"/>
              </a:rPr>
              <a:t>(s) (opcional)]</a:t>
            </a:r>
            <a:endParaRPr lang="en-US" altLang="pt-BR" sz="32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762000" y="17970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pt-BR" sz="3200">
                <a:solidFill>
                  <a:srgbClr val="F6941C"/>
                </a:solidFill>
                <a:sym typeface="+mn-ea"/>
              </a:rPr>
              <a:t>&lt;tipo&gt; (Obrigat</a:t>
            </a:r>
            <a:r>
              <a:rPr lang="en-US" altLang="en-US" sz="3200">
                <a:solidFill>
                  <a:srgbClr val="F6941C"/>
                </a:solidFill>
                <a:sym typeface="+mn-ea"/>
              </a:rPr>
              <a:t>ó</a:t>
            </a:r>
            <a:r>
              <a:rPr lang="en-US" altLang="pt-BR" sz="3200">
                <a:solidFill>
                  <a:srgbClr val="F6941C"/>
                </a:solidFill>
                <a:sym typeface="+mn-ea"/>
              </a:rPr>
              <a:t>rio)</a:t>
            </a:r>
            <a:endParaRPr lang="en-US" altLang="pt-BR" sz="3200">
              <a:solidFill>
                <a:srgbClr val="F6941C"/>
              </a:solidFill>
              <a:sym typeface="+mn-ea"/>
            </a:endParaRPr>
          </a:p>
        </p:txBody>
      </p:sp>
      <p:sp>
        <p:nvSpPr>
          <p:cNvPr id="6" name="Google Shape;428;p69"/>
          <p:cNvSpPr txBox="1"/>
          <p:nvPr/>
        </p:nvSpPr>
        <p:spPr>
          <a:xfrm>
            <a:off x="1443355" y="763270"/>
            <a:ext cx="8402320" cy="489204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400">
                <a:solidFill>
                  <a:schemeClr val="tx1"/>
                </a:solidFill>
                <a:sym typeface="+mn-ea"/>
              </a:rPr>
              <a:t> Uma palavra reservada que descreve a natureza da altera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ç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o.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r>
              <a:rPr lang="en-US" altLang="pt-BR" sz="2400">
                <a:solidFill>
                  <a:schemeClr val="tx1"/>
                </a:solidFill>
                <a:sym typeface="+mn-ea"/>
              </a:rPr>
              <a:t>feat: Uma nova funcionalidade (feature).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r>
              <a:rPr lang="en-US" altLang="pt-BR" sz="2400">
                <a:solidFill>
                  <a:schemeClr val="tx1"/>
                </a:solidFill>
                <a:sym typeface="+mn-ea"/>
              </a:rPr>
              <a:t>fix: A corre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ç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o de um bug (problema).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r>
              <a:rPr lang="en-US" altLang="pt-BR" sz="2400">
                <a:solidFill>
                  <a:schemeClr val="tx1"/>
                </a:solidFill>
                <a:sym typeface="+mn-ea"/>
              </a:rPr>
              <a:t>docs: Altera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çõ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es na documenta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ç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o.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r>
              <a:rPr lang="en-US" altLang="pt-BR" sz="2400">
                <a:solidFill>
                  <a:schemeClr val="tx1"/>
                </a:solidFill>
                <a:sym typeface="+mn-ea"/>
              </a:rPr>
              <a:t>style: Mudan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ç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as de estilo, formata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ç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o (espa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ç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os, ponto e v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í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rgula), que n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o afetam a l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ó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gica do c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ó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digo.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endParaRPr lang="en-US" altLang="pt-BR" sz="24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aixa de Texto 1"/>
          <p:cNvSpPr txBox="1"/>
          <p:nvPr/>
        </p:nvSpPr>
        <p:spPr>
          <a:xfrm>
            <a:off x="1564640" y="996950"/>
            <a:ext cx="9316720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Font typeface="Arial" panose="020B0604020202020204" pitchFamily="34" charset="0"/>
              <a:buChar char="•"/>
            </a:pPr>
            <a:r>
              <a:rPr lang="en-US" altLang="pt-BR" sz="2400">
                <a:sym typeface="+mn-ea"/>
              </a:rPr>
              <a:t>refactor: Uma mudan</a:t>
            </a:r>
            <a:r>
              <a:rPr lang="en-US" altLang="en-US" sz="2400">
                <a:sym typeface="+mn-ea"/>
              </a:rPr>
              <a:t>ç</a:t>
            </a:r>
            <a:r>
              <a:rPr lang="en-US" altLang="pt-BR" sz="2400">
                <a:sym typeface="+mn-ea"/>
              </a:rPr>
              <a:t>a de c</a:t>
            </a:r>
            <a:r>
              <a:rPr lang="en-US" altLang="en-US" sz="2400">
                <a:sym typeface="+mn-ea"/>
              </a:rPr>
              <a:t>ó</a:t>
            </a:r>
            <a:r>
              <a:rPr lang="en-US" altLang="pt-BR" sz="2400">
                <a:sym typeface="+mn-ea"/>
              </a:rPr>
              <a:t>digo que n</a:t>
            </a:r>
            <a:r>
              <a:rPr lang="en-US" altLang="en-US" sz="2400">
                <a:sym typeface="+mn-ea"/>
              </a:rPr>
              <a:t>ã</a:t>
            </a:r>
            <a:r>
              <a:rPr lang="en-US" altLang="pt-BR" sz="2400">
                <a:sym typeface="+mn-ea"/>
              </a:rPr>
              <a:t>o corrige um bug nem adiciona uma funcionalidade (ex: renomea</a:t>
            </a:r>
            <a:r>
              <a:rPr lang="en-US" altLang="en-US" sz="2400">
                <a:sym typeface="+mn-ea"/>
              </a:rPr>
              <a:t>çã</a:t>
            </a:r>
            <a:r>
              <a:rPr lang="en-US" altLang="pt-BR" sz="2400">
                <a:sym typeface="+mn-ea"/>
              </a:rPr>
              <a:t>o de vari</a:t>
            </a:r>
            <a:r>
              <a:rPr lang="en-US" altLang="en-US" sz="2400">
                <a:sym typeface="+mn-ea"/>
              </a:rPr>
              <a:t>á</a:t>
            </a:r>
            <a:r>
              <a:rPr lang="en-US" altLang="pt-BR" sz="2400">
                <a:sym typeface="+mn-ea"/>
              </a:rPr>
              <a:t>veis, reestrutura</a:t>
            </a:r>
            <a:r>
              <a:rPr lang="en-US" altLang="en-US" sz="2400">
                <a:sym typeface="+mn-ea"/>
              </a:rPr>
              <a:t>çã</a:t>
            </a:r>
            <a:r>
              <a:rPr lang="en-US" altLang="pt-BR" sz="2400">
                <a:sym typeface="+mn-ea"/>
              </a:rPr>
              <a:t>o de c</a:t>
            </a:r>
            <a:r>
              <a:rPr lang="en-US" altLang="en-US" sz="2400">
                <a:sym typeface="+mn-ea"/>
              </a:rPr>
              <a:t>ó</a:t>
            </a:r>
            <a:r>
              <a:rPr lang="en-US" altLang="pt-BR" sz="2400">
                <a:sym typeface="+mn-ea"/>
              </a:rPr>
              <a:t>digo existente).</a:t>
            </a:r>
            <a:endParaRPr lang="en-US" altLang="pt-BR" sz="2400">
              <a:sym typeface="+mn-ea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Font typeface="Arial" panose="020B0604020202020204" pitchFamily="34" charset="0"/>
              <a:buChar char="•"/>
            </a:pP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Font typeface="Arial" panose="020B0604020202020204" pitchFamily="34" charset="0"/>
              <a:buChar char="•"/>
            </a:pPr>
            <a:r>
              <a:rPr lang="en-US" altLang="pt-BR" sz="2400">
                <a:sym typeface="+mn-ea"/>
              </a:rPr>
              <a:t>test: Adi</a:t>
            </a:r>
            <a:r>
              <a:rPr lang="en-US" altLang="en-US" sz="2400">
                <a:sym typeface="+mn-ea"/>
              </a:rPr>
              <a:t>çã</a:t>
            </a:r>
            <a:r>
              <a:rPr lang="en-US" altLang="pt-BR" sz="2400">
                <a:sym typeface="+mn-ea"/>
              </a:rPr>
              <a:t>o ou altera</a:t>
            </a:r>
            <a:r>
              <a:rPr lang="en-US" altLang="en-US" sz="2400">
                <a:sym typeface="+mn-ea"/>
              </a:rPr>
              <a:t>çã</a:t>
            </a:r>
            <a:r>
              <a:rPr lang="en-US" altLang="pt-BR" sz="2400">
                <a:sym typeface="+mn-ea"/>
              </a:rPr>
              <a:t>o de testes.</a:t>
            </a:r>
            <a:endParaRPr lang="en-US" altLang="pt-BR" sz="2400">
              <a:sym typeface="+mn-ea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Font typeface="Arial" panose="020B0604020202020204" pitchFamily="34" charset="0"/>
              <a:buChar char="•"/>
            </a:pP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Font typeface="Arial" panose="020B0604020202020204" pitchFamily="34" charset="0"/>
              <a:buChar char="•"/>
            </a:pPr>
            <a:r>
              <a:rPr lang="en-US" altLang="pt-BR" sz="2400">
                <a:sym typeface="+mn-ea"/>
              </a:rPr>
              <a:t>chore: Mudan</a:t>
            </a:r>
            <a:r>
              <a:rPr lang="en-US" altLang="en-US" sz="2400">
                <a:sym typeface="+mn-ea"/>
              </a:rPr>
              <a:t>ç</a:t>
            </a:r>
            <a:r>
              <a:rPr lang="en-US" altLang="pt-BR" sz="2400">
                <a:sym typeface="+mn-ea"/>
              </a:rPr>
              <a:t>as na configura</a:t>
            </a:r>
            <a:r>
              <a:rPr lang="en-US" altLang="en-US" sz="2400">
                <a:sym typeface="+mn-ea"/>
              </a:rPr>
              <a:t>çã</a:t>
            </a:r>
            <a:r>
              <a:rPr lang="en-US" altLang="pt-BR" sz="2400">
                <a:sym typeface="+mn-ea"/>
              </a:rPr>
              <a:t>o, scripts de build, tarefas de automa</a:t>
            </a:r>
            <a:r>
              <a:rPr lang="en-US" altLang="en-US" sz="2400">
                <a:sym typeface="+mn-ea"/>
              </a:rPr>
              <a:t>çã</a:t>
            </a:r>
            <a:r>
              <a:rPr lang="en-US" altLang="pt-BR" sz="2400">
                <a:sym typeface="+mn-ea"/>
              </a:rPr>
              <a:t>o, etc..</a:t>
            </a:r>
            <a:endParaRPr lang="en-US" altLang="pt-BR" sz="2400">
              <a:sym typeface="+mn-ea"/>
            </a:endParaRPr>
          </a:p>
        </p:txBody>
      </p:sp>
      <p:sp>
        <p:nvSpPr>
          <p:cNvPr id="4" name="Caixa de Texto 3"/>
          <p:cNvSpPr txBox="1"/>
          <p:nvPr/>
        </p:nvSpPr>
        <p:spPr>
          <a:xfrm>
            <a:off x="762000" y="17970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pt-BR" sz="3200">
                <a:solidFill>
                  <a:srgbClr val="F6941C"/>
                </a:solidFill>
                <a:sym typeface="+mn-ea"/>
              </a:rPr>
              <a:t>&lt;tipo&gt; (Obrigat</a:t>
            </a:r>
            <a:r>
              <a:rPr lang="en-US" altLang="en-US" sz="3200">
                <a:solidFill>
                  <a:srgbClr val="F6941C"/>
                </a:solidFill>
                <a:sym typeface="+mn-ea"/>
              </a:rPr>
              <a:t>ó</a:t>
            </a:r>
            <a:r>
              <a:rPr lang="en-US" altLang="pt-BR" sz="3200">
                <a:solidFill>
                  <a:srgbClr val="F6941C"/>
                </a:solidFill>
                <a:sym typeface="+mn-ea"/>
              </a:rPr>
              <a:t>rio)</a:t>
            </a:r>
            <a:endParaRPr lang="en-US" altLang="pt-BR" sz="3200">
              <a:solidFill>
                <a:srgbClr val="F6941C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762000" y="17970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pt-BR" sz="3200">
                <a:solidFill>
                  <a:srgbClr val="F6941C"/>
                </a:solidFill>
                <a:sym typeface="+mn-ea"/>
              </a:rPr>
              <a:t>[(escopo opcional)] (Opcional)</a:t>
            </a:r>
            <a:endParaRPr lang="en-US" altLang="pt-BR" sz="3200">
              <a:solidFill>
                <a:srgbClr val="F6941C"/>
              </a:solidFill>
              <a:sym typeface="+mn-ea"/>
            </a:endParaRPr>
          </a:p>
        </p:txBody>
      </p:sp>
      <p:sp>
        <p:nvSpPr>
          <p:cNvPr id="6" name="Google Shape;428;p69"/>
          <p:cNvSpPr txBox="1"/>
          <p:nvPr/>
        </p:nvSpPr>
        <p:spPr>
          <a:xfrm>
            <a:off x="1443355" y="763270"/>
            <a:ext cx="8402320" cy="489204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400">
                <a:solidFill>
                  <a:schemeClr val="tx1"/>
                </a:solidFill>
                <a:sym typeface="+mn-ea"/>
              </a:rPr>
              <a:t>Indica a parte espec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í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fica do projeto que foi afetada pela mudan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ç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a, geralmente entre par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ê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nteses. Ajuda a dar mais contexto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400">
                <a:solidFill>
                  <a:schemeClr val="tx1"/>
                </a:solidFill>
                <a:sym typeface="+mn-ea"/>
              </a:rPr>
              <a:t>(ui): Altera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çõ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es na interface do usu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á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rio ou nos componentes visuais.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400">
                <a:solidFill>
                  <a:schemeClr val="tx1"/>
                </a:solidFill>
                <a:sym typeface="+mn-ea"/>
              </a:rPr>
              <a:t>(docs): Mudan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ç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as na documenta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ç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o (arquivos Markdown, coment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á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rios de c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ó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digo, etc.).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400">
                <a:solidFill>
                  <a:schemeClr val="tx1"/>
                </a:solidFill>
                <a:sym typeface="+mn-ea"/>
              </a:rPr>
              <a:t>(tests): Adi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ç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o ou modifica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ç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o de testes (unit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á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rios, de integra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ç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o, e2e).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24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762000" y="17970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pt-BR" sz="3200">
                <a:solidFill>
                  <a:srgbClr val="F6941C"/>
                </a:solidFill>
                <a:sym typeface="+mn-ea"/>
              </a:rPr>
              <a:t>[(escopo opcional)] (Opcional)</a:t>
            </a:r>
            <a:endParaRPr lang="en-US" altLang="pt-BR" sz="3200">
              <a:solidFill>
                <a:srgbClr val="F6941C"/>
              </a:solidFill>
              <a:sym typeface="+mn-ea"/>
            </a:endParaRPr>
          </a:p>
        </p:txBody>
      </p:sp>
      <p:sp>
        <p:nvSpPr>
          <p:cNvPr id="6" name="Google Shape;428;p69"/>
          <p:cNvSpPr txBox="1"/>
          <p:nvPr/>
        </p:nvSpPr>
        <p:spPr>
          <a:xfrm>
            <a:off x="1504315" y="1332230"/>
            <a:ext cx="8402320" cy="489204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400">
                <a:solidFill>
                  <a:schemeClr val="tx1"/>
                </a:solidFill>
                <a:sym typeface="+mn-ea"/>
              </a:rPr>
              <a:t>(build): Altera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çõ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es no sistema de build ou nas depend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ê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ncias externas (ex: webpack, babel, package.json).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400">
                <a:solidFill>
                  <a:schemeClr val="tx1"/>
                </a:solidFill>
                <a:sym typeface="+mn-ea"/>
              </a:rPr>
              <a:t>(ci): Altera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çõ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es nos arquivos e scripts de Integra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çã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o Cont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í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nua (ex: Jenkins, GitHub Actions, TravisCI).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400">
                <a:solidFill>
                  <a:schemeClr val="tx1"/>
                </a:solidFill>
                <a:sym typeface="+mn-ea"/>
              </a:rPr>
              <a:t>(core): Mudan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ç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as no n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ú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cleo ou na l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ó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gica principal da aplica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çã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o.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400">
                <a:solidFill>
                  <a:schemeClr val="tx1"/>
                </a:solidFill>
                <a:sym typeface="+mn-ea"/>
              </a:rPr>
              <a:t>(shared): Modifica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çõ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es em c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ó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digos, m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ó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dulos ou componentes compartilhados entre diferentes partes do projeto.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24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762000" y="17970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pt-BR" sz="3200">
                <a:solidFill>
                  <a:srgbClr val="F6941C"/>
                </a:solidFill>
                <a:sym typeface="+mn-ea"/>
              </a:rPr>
              <a:t>[(escopo opcional)] (Opcional)</a:t>
            </a:r>
            <a:endParaRPr lang="en-US" altLang="pt-BR" sz="3200">
              <a:solidFill>
                <a:srgbClr val="F6941C"/>
              </a:solidFill>
              <a:sym typeface="+mn-ea"/>
            </a:endParaRPr>
          </a:p>
        </p:txBody>
      </p:sp>
      <p:sp>
        <p:nvSpPr>
          <p:cNvPr id="6" name="Google Shape;428;p69"/>
          <p:cNvSpPr txBox="1"/>
          <p:nvPr/>
        </p:nvSpPr>
        <p:spPr>
          <a:xfrm>
            <a:off x="1504315" y="1332230"/>
            <a:ext cx="8402320" cy="489204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400">
                <a:solidFill>
                  <a:schemeClr val="tx1"/>
                </a:solidFill>
                <a:sym typeface="+mn-ea"/>
              </a:rPr>
              <a:t>(deps): Atualiza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çã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o ou adi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çã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o de depend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ê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ncias.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400">
                <a:solidFill>
                  <a:schemeClr val="tx1"/>
                </a:solidFill>
                <a:sym typeface="+mn-ea"/>
              </a:rPr>
              <a:t>(lint): Ajustes em regras de lint ou formata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çã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o de c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ó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digo.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400">
                <a:solidFill>
                  <a:schemeClr val="tx1"/>
                </a:solidFill>
                <a:sym typeface="+mn-ea"/>
              </a:rPr>
              <a:t>(style): Altera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çõ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es de estilo (CSS, SCSS) que n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o afetam a l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ó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gica ou o comportamento do c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ó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digo. 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762000" y="17970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pt-BR" sz="3200">
                <a:solidFill>
                  <a:srgbClr val="F6941C"/>
                </a:solidFill>
                <a:sym typeface="+mn-ea"/>
              </a:rPr>
              <a:t>&lt;descri</a:t>
            </a:r>
            <a:r>
              <a:rPr lang="en-US" altLang="en-US" sz="3200">
                <a:solidFill>
                  <a:srgbClr val="F6941C"/>
                </a:solidFill>
                <a:sym typeface="+mn-ea"/>
              </a:rPr>
              <a:t>ç</a:t>
            </a:r>
            <a:r>
              <a:rPr lang="en-US" altLang="en-US" sz="3200">
                <a:solidFill>
                  <a:srgbClr val="F6941C"/>
                </a:solidFill>
                <a:sym typeface="+mn-ea"/>
              </a:rPr>
              <a:t>ã</a:t>
            </a:r>
            <a:r>
              <a:rPr lang="en-US" altLang="pt-BR" sz="3200">
                <a:solidFill>
                  <a:srgbClr val="F6941C"/>
                </a:solidFill>
                <a:sym typeface="+mn-ea"/>
              </a:rPr>
              <a:t>o&gt; (Obrigat</a:t>
            </a:r>
            <a:r>
              <a:rPr lang="en-US" altLang="en-US" sz="3200">
                <a:solidFill>
                  <a:srgbClr val="F6941C"/>
                </a:solidFill>
                <a:sym typeface="+mn-ea"/>
              </a:rPr>
              <a:t>ó</a:t>
            </a:r>
            <a:r>
              <a:rPr lang="en-US" altLang="pt-BR" sz="3200">
                <a:solidFill>
                  <a:srgbClr val="F6941C"/>
                </a:solidFill>
                <a:sym typeface="+mn-ea"/>
              </a:rPr>
              <a:t>rio)</a:t>
            </a:r>
            <a:endParaRPr lang="en-US" altLang="pt-BR" sz="3200">
              <a:solidFill>
                <a:srgbClr val="F6941C"/>
              </a:solidFill>
              <a:sym typeface="+mn-ea"/>
            </a:endParaRPr>
          </a:p>
        </p:txBody>
      </p:sp>
      <p:sp>
        <p:nvSpPr>
          <p:cNvPr id="6" name="Google Shape;428;p69"/>
          <p:cNvSpPr txBox="1"/>
          <p:nvPr/>
        </p:nvSpPr>
        <p:spPr>
          <a:xfrm>
            <a:off x="1504315" y="1332230"/>
            <a:ext cx="8402320" cy="489204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400">
                <a:solidFill>
                  <a:schemeClr val="tx1"/>
                </a:solidFill>
                <a:sym typeface="+mn-ea"/>
              </a:rPr>
              <a:t>Uma descri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ç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o concisa e imperativa do que o commit faz</a:t>
            </a:r>
            <a:r>
              <a:rPr lang="pt-BR" altLang="en-US" sz="2400">
                <a:solidFill>
                  <a:schemeClr val="tx1"/>
                </a:solidFill>
                <a:sym typeface="+mn-ea"/>
              </a:rPr>
              <a:t>.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400">
                <a:solidFill>
                  <a:schemeClr val="tx1"/>
                </a:solidFill>
                <a:sym typeface="+mn-ea"/>
              </a:rPr>
              <a:t>Deve ser curta (preferencialmente at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é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 50 caracteres) e escrita no tempo presente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pt-BR" altLang="en-US" sz="2400">
                <a:solidFill>
                  <a:schemeClr val="tx1"/>
                </a:solidFill>
                <a:sym typeface="+mn-ea"/>
              </a:rPr>
              <a:t>Exemplo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: "Adiciona autentica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ç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o"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762000" y="17970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pt-BR" sz="3200">
                <a:solidFill>
                  <a:srgbClr val="F6941C"/>
                </a:solidFill>
                <a:sym typeface="+mn-ea"/>
              </a:rPr>
              <a:t>Corpo e Rodap</a:t>
            </a:r>
            <a:r>
              <a:rPr lang="en-US" altLang="en-US" sz="3200">
                <a:solidFill>
                  <a:srgbClr val="F6941C"/>
                </a:solidFill>
                <a:sym typeface="+mn-ea"/>
              </a:rPr>
              <a:t>é</a:t>
            </a:r>
            <a:r>
              <a:rPr lang="en-US" altLang="pt-BR" sz="3200">
                <a:solidFill>
                  <a:srgbClr val="F6941C"/>
                </a:solidFill>
                <a:sym typeface="+mn-ea"/>
              </a:rPr>
              <a:t> (Opcionais)</a:t>
            </a:r>
            <a:endParaRPr lang="en-US" altLang="pt-BR" sz="3200">
              <a:solidFill>
                <a:srgbClr val="F6941C"/>
              </a:solidFill>
              <a:sym typeface="+mn-ea"/>
            </a:endParaRPr>
          </a:p>
        </p:txBody>
      </p:sp>
      <p:sp>
        <p:nvSpPr>
          <p:cNvPr id="6" name="Google Shape;428;p69"/>
          <p:cNvSpPr txBox="1"/>
          <p:nvPr/>
        </p:nvSpPr>
        <p:spPr>
          <a:xfrm>
            <a:off x="1504315" y="1332230"/>
            <a:ext cx="8402320" cy="489204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400">
                <a:solidFill>
                  <a:schemeClr val="tx1"/>
                </a:solidFill>
                <a:sym typeface="+mn-ea"/>
              </a:rPr>
              <a:t>Al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é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m do cabe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ç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alho, a mensagem pode ter um corpo e um rodap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é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, separados por linhas em branco: 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Corpo: Fornece detalhes mais aprofundados sobre a mudan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ç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a, como a motiva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ç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o e o que ela resolve.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Rodap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é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: Pode conter informa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çõ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es adicionais, como refer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ê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ncias a problemas (Ref #123) ou a indica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ç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o de uma BREAKING CHANGE (mudan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ç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a que quebra a compatabilidade). 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762000" y="17970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pt-BR" sz="3200">
                <a:solidFill>
                  <a:srgbClr val="F6941C"/>
                </a:solidFill>
                <a:sym typeface="+mn-ea"/>
              </a:rPr>
              <a:t>Exemplos</a:t>
            </a:r>
            <a:endParaRPr lang="en-US" altLang="pt-BR" sz="3200">
              <a:solidFill>
                <a:srgbClr val="F6941C"/>
              </a:solidFill>
              <a:sym typeface="+mn-ea"/>
            </a:endParaRPr>
          </a:p>
        </p:txBody>
      </p:sp>
      <p:sp>
        <p:nvSpPr>
          <p:cNvPr id="6" name="Google Shape;428;p69"/>
          <p:cNvSpPr txBox="1"/>
          <p:nvPr/>
        </p:nvSpPr>
        <p:spPr>
          <a:xfrm>
            <a:off x="1504315" y="763270"/>
            <a:ext cx="8402320" cy="489204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400">
                <a:solidFill>
                  <a:schemeClr val="tx1"/>
                </a:solidFill>
                <a:sym typeface="+mn-ea"/>
              </a:rPr>
              <a:t>Documenta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ç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o: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r>
              <a:rPr lang="en-US" altLang="pt-BR" sz="2400">
                <a:solidFill>
                  <a:schemeClr val="tx1"/>
                </a:solidFill>
                <a:sym typeface="+mn-ea"/>
              </a:rPr>
              <a:t>docs(readme): Atualiza a se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ç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o de instala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ç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o no README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400">
                <a:solidFill>
                  <a:schemeClr val="tx1"/>
                </a:solidFill>
                <a:sym typeface="+mn-ea"/>
              </a:rPr>
              <a:t>Refatora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ç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o (sem mudan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ç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a de comportamento):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r>
              <a:rPr lang="en-US" altLang="pt-BR" sz="2400">
                <a:solidFill>
                  <a:schemeClr val="tx1"/>
                </a:solidFill>
                <a:sym typeface="+mn-ea"/>
              </a:rPr>
              <a:t>refactor(code): Refatora a l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ó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gica de valida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ç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o de formul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á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rio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400">
                <a:solidFill>
                  <a:schemeClr val="tx1"/>
                </a:solidFill>
                <a:sym typeface="+mn-ea"/>
              </a:rPr>
              <a:t>Testes: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r>
              <a:rPr lang="en-US" altLang="pt-BR" sz="2400">
                <a:solidFill>
                  <a:schemeClr val="tx1"/>
                </a:solidFill>
                <a:sym typeface="+mn-ea"/>
              </a:rPr>
              <a:t>test(ci): Adiciona testes unit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á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rios para o novo servi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ç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o de cache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762000" y="17970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pt-BR" sz="3200">
                <a:solidFill>
                  <a:srgbClr val="F6941C"/>
                </a:solidFill>
                <a:sym typeface="+mn-ea"/>
              </a:rPr>
              <a:t>Exemplos</a:t>
            </a:r>
            <a:endParaRPr lang="en-US" altLang="pt-BR" sz="3200">
              <a:solidFill>
                <a:srgbClr val="F6941C"/>
              </a:solidFill>
              <a:sym typeface="+mn-ea"/>
            </a:endParaRPr>
          </a:p>
        </p:txBody>
      </p:sp>
      <p:sp>
        <p:nvSpPr>
          <p:cNvPr id="6" name="Google Shape;428;p69"/>
          <p:cNvSpPr txBox="1"/>
          <p:nvPr/>
        </p:nvSpPr>
        <p:spPr>
          <a:xfrm>
            <a:off x="1504315" y="763270"/>
            <a:ext cx="8402320" cy="489204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400">
                <a:solidFill>
                  <a:schemeClr val="tx1"/>
                </a:solidFill>
                <a:sym typeface="+mn-ea"/>
              </a:rPr>
              <a:t>Estilo (formata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ç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o):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r>
              <a:rPr lang="en-US" altLang="pt-BR" sz="2400">
                <a:solidFill>
                  <a:schemeClr val="tx1"/>
                </a:solidFill>
                <a:sym typeface="+mn-ea"/>
              </a:rPr>
              <a:t>style(format): Formata o c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ó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digo com prettier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400">
                <a:solidFill>
                  <a:schemeClr val="tx1"/>
                </a:solidFill>
                <a:sym typeface="+mn-ea"/>
              </a:rPr>
              <a:t>Funcionalidade com corpo explicativo: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feat(emails): Adiciona template de e-mail para redefini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ç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o de senha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Adiciona um novo template de e-mail usando Handlebars para a 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	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funcionalidade de recupera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ç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o de senha. Garante que o link gerado 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	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expire em 24 horas.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20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762000" y="17970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pt-BR" sz="3200">
                <a:solidFill>
                  <a:srgbClr val="F6941C"/>
                </a:solidFill>
                <a:sym typeface="+mn-ea"/>
              </a:rPr>
              <a:t>Exemplos</a:t>
            </a:r>
            <a:endParaRPr lang="en-US" altLang="pt-BR" sz="3200">
              <a:solidFill>
                <a:srgbClr val="F6941C"/>
              </a:solidFill>
              <a:sym typeface="+mn-ea"/>
            </a:endParaRPr>
          </a:p>
        </p:txBody>
      </p:sp>
      <p:sp>
        <p:nvSpPr>
          <p:cNvPr id="6" name="Google Shape;428;p69"/>
          <p:cNvSpPr txBox="1"/>
          <p:nvPr/>
        </p:nvSpPr>
        <p:spPr>
          <a:xfrm>
            <a:off x="1504315" y="763270"/>
            <a:ext cx="8402320" cy="489204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400">
                <a:solidFill>
                  <a:schemeClr val="tx1"/>
                </a:solidFill>
                <a:sym typeface="+mn-ea"/>
              </a:rPr>
              <a:t>Corre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ç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o de bug com refer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ê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ncia a issue: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r>
              <a:rPr lang="en-US" altLang="pt-BR" sz="2400">
                <a:solidFill>
                  <a:schemeClr val="tx1"/>
                </a:solidFill>
                <a:sym typeface="+mn-ea"/>
              </a:rPr>
              <a:t>fix(db): Corrige erro de conex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o com o banco de dados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marL="15240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400">
                <a:solidFill>
                  <a:schemeClr val="tx1"/>
                </a:solidFill>
                <a:sym typeface="+mn-ea"/>
              </a:rPr>
              <a:t>O cliente do banco de dados estava usando credenciais antigas. </a:t>
            </a:r>
            <a:r>
              <a:rPr lang="pt-BR" altLang="en-US" sz="2400">
                <a:solidFill>
                  <a:schemeClr val="tx1"/>
                </a:solidFill>
                <a:sym typeface="+mn-ea"/>
              </a:rPr>
              <a:t>	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Atualiza para as credenciais corretas.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marL="15240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400">
                <a:solidFill>
                  <a:schemeClr val="tx1"/>
                </a:solidFill>
                <a:sym typeface="+mn-ea"/>
              </a:rPr>
              <a:t>Refs: #123, #124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762000" y="17970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pt-BR" altLang="en-US" sz="3200">
                <a:solidFill>
                  <a:srgbClr val="F6941C"/>
                </a:solidFill>
                <a:sym typeface="+mn-ea"/>
              </a:rPr>
              <a:t>OBSERVAÇÕES GIT COMMIT</a:t>
            </a:r>
            <a:endParaRPr lang="pt-BR" altLang="en-US" sz="3200">
              <a:solidFill>
                <a:srgbClr val="F6941C"/>
              </a:solidFill>
              <a:sym typeface="+mn-ea"/>
            </a:endParaRPr>
          </a:p>
        </p:txBody>
      </p:sp>
      <p:sp>
        <p:nvSpPr>
          <p:cNvPr id="6" name="Google Shape;428;p69"/>
          <p:cNvSpPr txBox="1"/>
          <p:nvPr/>
        </p:nvSpPr>
        <p:spPr>
          <a:xfrm>
            <a:off x="1424940" y="982980"/>
            <a:ext cx="9638665" cy="489204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400">
                <a:solidFill>
                  <a:schemeClr val="tx1"/>
                </a:solidFill>
                <a:sym typeface="+mn-ea"/>
              </a:rPr>
              <a:t>Para alterar a mensagem de commit ou adicionar arquivos</a:t>
            </a:r>
            <a:r>
              <a:rPr lang="pt-BR" altLang="en-US" sz="2400">
                <a:solidFill>
                  <a:schemeClr val="tx1"/>
                </a:solidFill>
                <a:sym typeface="+mn-ea"/>
              </a:rPr>
              <a:t>: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r>
              <a:rPr lang="en-US" altLang="pt-BR" sz="2400">
                <a:solidFill>
                  <a:schemeClr val="tx1"/>
                </a:solidFill>
                <a:sym typeface="+mn-ea"/>
              </a:rPr>
              <a:t>git commit --amend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400">
                <a:solidFill>
                  <a:schemeClr val="tx1"/>
                </a:solidFill>
                <a:sym typeface="+mn-ea"/>
              </a:rPr>
              <a:t>Para desfazer o commit completamente: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r>
              <a:rPr lang="en-US" altLang="pt-BR" sz="2400">
                <a:solidFill>
                  <a:schemeClr val="tx1"/>
                </a:solidFill>
                <a:sym typeface="+mn-ea"/>
              </a:rPr>
              <a:t>git reset --soft HEAD~</a:t>
            </a:r>
            <a:r>
              <a:rPr lang="pt-BR" altLang="en-US" sz="2400">
                <a:solidFill>
                  <a:schemeClr val="tx1"/>
                </a:solidFill>
                <a:sym typeface="+mn-ea"/>
              </a:rPr>
              <a:t>1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Este comando remover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á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 o 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ú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ltimo commit do hist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ó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rico, mas manter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á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 todas as altera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çõ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es no staging area e no diret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ó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rio de trabalho, prontas para serem commitadas novamente.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Se precisar retroceder mais de um commit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 tro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q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ue o 1 pela 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q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uantidade necessária.</a:t>
            </a:r>
            <a:endParaRPr lang="pt-BR" altLang="en-US" sz="20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3" name="Google Shape;393;p64"/>
          <p:cNvSpPr txBox="1"/>
          <p:nvPr/>
        </p:nvSpPr>
        <p:spPr>
          <a:xfrm>
            <a:off x="1984950" y="428404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en-US" sz="4800">
                <a:solidFill>
                  <a:srgbClr val="F6941C"/>
                </a:solidFill>
              </a:rPr>
              <a:t>Git </a:t>
            </a:r>
            <a:r>
              <a:rPr lang="en-US" altLang="pt-BR" sz="4800">
                <a:solidFill>
                  <a:srgbClr val="F6941C"/>
                </a:solidFill>
              </a:rPr>
              <a:t>rm </a:t>
            </a:r>
            <a:r>
              <a:rPr lang="pt-BR" altLang="en-US" sz="4800">
                <a:solidFill>
                  <a:srgbClr val="F6941C"/>
                </a:solidFill>
              </a:rPr>
              <a:t>-</a:t>
            </a:r>
            <a:r>
              <a:rPr lang="en-US" altLang="pt-BR" sz="4800">
                <a:solidFill>
                  <a:srgbClr val="F6941C"/>
                </a:solidFill>
              </a:rPr>
              <a:t> </a:t>
            </a:r>
            <a:r>
              <a:rPr lang="pt-BR" altLang="en-US" sz="4800">
                <a:solidFill>
                  <a:srgbClr val="F6941C"/>
                </a:solidFill>
              </a:rPr>
              <a:t>G</a:t>
            </a:r>
            <a:r>
              <a:rPr lang="en-US" altLang="pt-BR" sz="4800">
                <a:solidFill>
                  <a:srgbClr val="F6941C"/>
                </a:solidFill>
              </a:rPr>
              <a:t>it mv</a:t>
            </a:r>
            <a:endParaRPr lang="en-US" altLang="pt-BR" sz="4800">
              <a:solidFill>
                <a:srgbClr val="F6941C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2260" y="352425"/>
            <a:ext cx="6508115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762000" y="17970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pt-BR" altLang="en-US" sz="3200">
                <a:solidFill>
                  <a:srgbClr val="F6941C"/>
                </a:solidFill>
                <a:sym typeface="+mn-ea"/>
              </a:rPr>
              <a:t>G</a:t>
            </a:r>
            <a:r>
              <a:rPr lang="en-US" altLang="pt-BR" sz="3200">
                <a:solidFill>
                  <a:srgbClr val="F6941C"/>
                </a:solidFill>
                <a:sym typeface="+mn-ea"/>
              </a:rPr>
              <a:t>it rm</a:t>
            </a:r>
            <a:endParaRPr lang="en-US" altLang="pt-BR" sz="3200">
              <a:solidFill>
                <a:srgbClr val="F6941C"/>
              </a:solidFill>
              <a:sym typeface="+mn-ea"/>
            </a:endParaRPr>
          </a:p>
        </p:txBody>
      </p:sp>
      <p:sp>
        <p:nvSpPr>
          <p:cNvPr id="6" name="Google Shape;428;p69"/>
          <p:cNvSpPr txBox="1"/>
          <p:nvPr/>
        </p:nvSpPr>
        <p:spPr>
          <a:xfrm>
            <a:off x="1280795" y="982980"/>
            <a:ext cx="10129520" cy="489204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Fun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ç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o: Remove um arquivo do reposit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ó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rio Git e tamb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é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m do sistema de arquivos local (diret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ó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rio de trabalho).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É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 o inverso do git add para novos arquivos.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Uso: git rm &lt;nome_do_arquivo&gt;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Observa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ç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o: Se voc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ê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 quiser apenas parar de rastrear um arquivo, mas mant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ê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-lo no sistema de arquivos, use git rm --cached. 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m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1620" y="1832610"/>
            <a:ext cx="9128760" cy="2482850"/>
          </a:xfrm>
          <a:prstGeom prst="rect">
            <a:avLst/>
          </a:prstGeom>
        </p:spPr>
      </p:pic>
      <p:sp>
        <p:nvSpPr>
          <p:cNvPr id="3" name="Caixa de Texto 2"/>
          <p:cNvSpPr txBox="1"/>
          <p:nvPr/>
        </p:nvSpPr>
        <p:spPr>
          <a:xfrm>
            <a:off x="1531620" y="770255"/>
            <a:ext cx="1008824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pt-BR" altLang="en-US" sz="2000">
                <a:sym typeface="+mn-ea"/>
              </a:rPr>
              <a:t>Removam o arquivo index.js</a:t>
            </a:r>
            <a:endParaRPr lang="pt-BR" altLang="en-US" sz="2000"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pt-BR" altLang="en-US" sz="2000">
                <a:sym typeface="+mn-ea"/>
              </a:rPr>
              <a:t>Verifiquem o status</a:t>
            </a:r>
            <a:endParaRPr lang="pt-BR" altLang="en-US" sz="2000">
              <a:sym typeface="+mn-e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762000" y="17970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pt-BR" sz="3200">
                <a:solidFill>
                  <a:srgbClr val="F6941C"/>
                </a:solidFill>
                <a:sym typeface="+mn-ea"/>
              </a:rPr>
              <a:t>git mv</a:t>
            </a:r>
            <a:endParaRPr lang="en-US" altLang="pt-BR" sz="3200">
              <a:solidFill>
                <a:srgbClr val="F6941C"/>
              </a:solidFill>
              <a:sym typeface="+mn-ea"/>
            </a:endParaRPr>
          </a:p>
        </p:txBody>
      </p:sp>
      <p:sp>
        <p:nvSpPr>
          <p:cNvPr id="6" name="Google Shape;428;p69"/>
          <p:cNvSpPr txBox="1"/>
          <p:nvPr/>
        </p:nvSpPr>
        <p:spPr>
          <a:xfrm>
            <a:off x="1280795" y="982980"/>
            <a:ext cx="10129520" cy="489204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Fun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ç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o: Move ou renomeia um arquivo ou diret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ó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rio, garantindo que o Git registre essa opera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ç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o como uma renomea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ç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o em vez de uma exclus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o seguida por uma nova adi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ç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o, o que preserva o hist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ó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rico do arquivo.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Uso: git mv &lt;origem&gt; &lt;destino&gt;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Vantagem: Simplifica o processo e permite que o Git rastreie o hist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ó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rico de renomea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ç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o de forma mais limpa. Embora seja poss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í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vel fazer manualmente com mv, git rm e git add, o git mv automatiza e esclarece a inten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ç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o. 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3" name="Google Shape;393;p64"/>
          <p:cNvSpPr txBox="1"/>
          <p:nvPr/>
        </p:nvSpPr>
        <p:spPr>
          <a:xfrm>
            <a:off x="1984950" y="428404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en-US" sz="4800">
                <a:solidFill>
                  <a:srgbClr val="F6941C"/>
                </a:solidFill>
              </a:rPr>
              <a:t>Visualizando Branches</a:t>
            </a:r>
            <a:endParaRPr lang="en-US" altLang="pt-BR" sz="4800">
              <a:solidFill>
                <a:srgbClr val="F6941C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 sz="4800">
                <a:solidFill>
                  <a:srgbClr val="F6941C"/>
                </a:solidFill>
              </a:rPr>
              <a:t>Git log</a:t>
            </a:r>
            <a:r>
              <a:rPr lang="pt-BR" altLang="en-US" sz="4800">
                <a:solidFill>
                  <a:srgbClr val="F6941C"/>
                </a:solidFill>
              </a:rPr>
              <a:t> e Git show</a:t>
            </a:r>
            <a:endParaRPr lang="pt-BR" altLang="en-US" sz="4800">
              <a:solidFill>
                <a:srgbClr val="F6941C"/>
              </a:solidFill>
            </a:endParaRPr>
          </a:p>
        </p:txBody>
      </p:sp>
      <p:pic>
        <p:nvPicPr>
          <p:cNvPr id="449" name="Google Shape;449;p72"/>
          <p:cNvPicPr preferRelativeResize="0"/>
          <p:nvPr/>
        </p:nvPicPr>
        <p:blipFill rotWithShape="1">
          <a:blip r:embed="rId1"/>
          <a:srcRect l="66871" r="19074"/>
          <a:stretch>
            <a:fillRect/>
          </a:stretch>
        </p:blipFill>
        <p:spPr>
          <a:xfrm rot="5400000">
            <a:off x="4436745" y="-458470"/>
            <a:ext cx="3318510" cy="52438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8" name="Google Shape;468;p75"/>
          <p:cNvSpPr txBox="1"/>
          <p:nvPr/>
        </p:nvSpPr>
        <p:spPr>
          <a:xfrm>
            <a:off x="226060" y="357505"/>
            <a:ext cx="4157980" cy="95313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>
                <a:solidFill>
                  <a:schemeClr val="tx1"/>
                </a:solidFill>
              </a:rPr>
              <a:t>Git log</a:t>
            </a:r>
            <a:endParaRPr lang="pt-BR" sz="4000">
              <a:solidFill>
                <a:schemeClr val="tx1"/>
              </a:solidFill>
            </a:endParaRPr>
          </a:p>
        </p:txBody>
      </p:sp>
      <p:sp>
        <p:nvSpPr>
          <p:cNvPr id="469" name="Google Shape;469;p75"/>
          <p:cNvSpPr txBox="1"/>
          <p:nvPr/>
        </p:nvSpPr>
        <p:spPr>
          <a:xfrm>
            <a:off x="226060" y="1465580"/>
            <a:ext cx="11201400" cy="415671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</a:pPr>
            <a:r>
              <a:rPr lang="en-US" altLang="pt-BR" sz="3200">
                <a:solidFill>
                  <a:schemeClr val="tx1"/>
                </a:solidFill>
              </a:rPr>
              <a:t>O comando git log permite visualizar o hist</a:t>
            </a:r>
            <a:r>
              <a:rPr lang="en-US" altLang="en-US" sz="3200">
                <a:solidFill>
                  <a:schemeClr val="tx1"/>
                </a:solidFill>
              </a:rPr>
              <a:t>ó</a:t>
            </a:r>
            <a:r>
              <a:rPr lang="en-US" altLang="pt-BR" sz="3200">
                <a:solidFill>
                  <a:schemeClr val="tx1"/>
                </a:solidFill>
              </a:rPr>
              <a:t>rico do reposit</a:t>
            </a:r>
            <a:r>
              <a:rPr lang="en-US" altLang="en-US" sz="3200">
                <a:solidFill>
                  <a:schemeClr val="tx1"/>
                </a:solidFill>
              </a:rPr>
              <a:t>ó</a:t>
            </a:r>
            <a:r>
              <a:rPr lang="en-US" altLang="pt-BR" sz="3200">
                <a:solidFill>
                  <a:schemeClr val="tx1"/>
                </a:solidFill>
              </a:rPr>
              <a:t>rio. </a:t>
            </a:r>
            <a:endParaRPr lang="en-US" altLang="pt-BR" sz="3200">
              <a:solidFill>
                <a:schemeClr val="tx1"/>
              </a:solidFill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endParaRPr lang="en-US" altLang="pt-BR" sz="3200">
              <a:solidFill>
                <a:schemeClr val="tx1"/>
              </a:solidFill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endParaRPr lang="en-US" altLang="pt-BR" sz="3200">
              <a:solidFill>
                <a:schemeClr val="tx1"/>
              </a:solidFill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endParaRPr lang="en-US" altLang="pt-BR" sz="3200">
              <a:solidFill>
                <a:schemeClr val="tx1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8290" y="2919730"/>
            <a:ext cx="6535420" cy="178054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8" name="Google Shape;468;p75"/>
          <p:cNvSpPr txBox="1"/>
          <p:nvPr/>
        </p:nvSpPr>
        <p:spPr>
          <a:xfrm>
            <a:off x="226060" y="357505"/>
            <a:ext cx="4157980" cy="95313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>
                <a:solidFill>
                  <a:schemeClr val="tx1"/>
                </a:solidFill>
              </a:rPr>
              <a:t>Git log</a:t>
            </a:r>
            <a:endParaRPr lang="pt-BR" sz="4000">
              <a:solidFill>
                <a:schemeClr val="tx1"/>
              </a:solidFill>
            </a:endParaRPr>
          </a:p>
        </p:txBody>
      </p:sp>
      <p:sp>
        <p:nvSpPr>
          <p:cNvPr id="469" name="Google Shape;469;p75"/>
          <p:cNvSpPr txBox="1"/>
          <p:nvPr/>
        </p:nvSpPr>
        <p:spPr>
          <a:xfrm>
            <a:off x="226060" y="1465580"/>
            <a:ext cx="11201400" cy="415671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</a:pPr>
            <a:r>
              <a:rPr lang="en-US" altLang="en-US" sz="3200">
                <a:solidFill>
                  <a:schemeClr val="tx1"/>
                </a:solidFill>
              </a:rPr>
              <a:t>É</a:t>
            </a:r>
            <a:r>
              <a:rPr lang="en-US" altLang="pt-BR" sz="3200">
                <a:solidFill>
                  <a:schemeClr val="tx1"/>
                </a:solidFill>
              </a:rPr>
              <a:t> poss</a:t>
            </a:r>
            <a:r>
              <a:rPr lang="en-US" altLang="en-US" sz="3200">
                <a:solidFill>
                  <a:schemeClr val="tx1"/>
                </a:solidFill>
              </a:rPr>
              <a:t>í</a:t>
            </a:r>
            <a:r>
              <a:rPr lang="en-US" altLang="pt-BR" sz="3200">
                <a:solidFill>
                  <a:schemeClr val="tx1"/>
                </a:solidFill>
              </a:rPr>
              <a:t>vel compactar a formata</a:t>
            </a:r>
            <a:r>
              <a:rPr lang="en-US" altLang="en-US" sz="3200">
                <a:solidFill>
                  <a:schemeClr val="tx1"/>
                </a:solidFill>
              </a:rPr>
              <a:t>ç</a:t>
            </a:r>
            <a:r>
              <a:rPr lang="en-US" altLang="en-US" sz="3200">
                <a:solidFill>
                  <a:schemeClr val="tx1"/>
                </a:solidFill>
              </a:rPr>
              <a:t>ã</a:t>
            </a:r>
            <a:r>
              <a:rPr lang="en-US" altLang="pt-BR" sz="3200">
                <a:solidFill>
                  <a:schemeClr val="tx1"/>
                </a:solidFill>
              </a:rPr>
              <a:t>o do comando:</a:t>
            </a:r>
            <a:endParaRPr lang="en-US" altLang="pt-BR" sz="3200">
              <a:solidFill>
                <a:schemeClr val="tx1"/>
              </a:solidFill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endParaRPr lang="en-US" altLang="pt-BR" sz="3200">
              <a:solidFill>
                <a:schemeClr val="tx1"/>
              </a:solidFill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endParaRPr lang="en-US" altLang="pt-BR" sz="3200">
              <a:solidFill>
                <a:schemeClr val="tx1"/>
              </a:solidFill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endParaRPr lang="en-US" altLang="pt-BR" sz="3200">
              <a:solidFill>
                <a:schemeClr val="tx1"/>
              </a:solidFill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endParaRPr lang="en-US" altLang="pt-BR" sz="3200">
              <a:solidFill>
                <a:schemeClr val="tx1"/>
              </a:solidFill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endParaRPr lang="en-US" altLang="pt-BR" sz="3200">
              <a:solidFill>
                <a:schemeClr val="tx1"/>
              </a:solidFill>
            </a:endParaRPr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</a:pPr>
            <a:r>
              <a:rPr lang="en-US" altLang="pt-BR" sz="3200">
                <a:solidFill>
                  <a:schemeClr val="tx1"/>
                </a:solidFill>
              </a:rPr>
              <a:t>Por padr</a:t>
            </a:r>
            <a:r>
              <a:rPr lang="en-US" altLang="en-US" sz="3200">
                <a:solidFill>
                  <a:schemeClr val="tx1"/>
                </a:solidFill>
              </a:rPr>
              <a:t>ã</a:t>
            </a:r>
            <a:r>
              <a:rPr lang="en-US" altLang="pt-BR" sz="3200">
                <a:solidFill>
                  <a:schemeClr val="tx1"/>
                </a:solidFill>
              </a:rPr>
              <a:t>o, o git log s</a:t>
            </a:r>
            <a:r>
              <a:rPr lang="en-US" altLang="en-US" sz="3200">
                <a:solidFill>
                  <a:schemeClr val="tx1"/>
                </a:solidFill>
              </a:rPr>
              <a:t>ó</a:t>
            </a:r>
            <a:r>
              <a:rPr lang="en-US" altLang="pt-BR" sz="3200">
                <a:solidFill>
                  <a:schemeClr val="tx1"/>
                </a:solidFill>
              </a:rPr>
              <a:t> exibe conte</a:t>
            </a:r>
            <a:r>
              <a:rPr lang="en-US" altLang="en-US" sz="3200">
                <a:solidFill>
                  <a:schemeClr val="tx1"/>
                </a:solidFill>
              </a:rPr>
              <a:t>ú</a:t>
            </a:r>
            <a:r>
              <a:rPr lang="en-US" altLang="pt-BR" sz="3200">
                <a:solidFill>
                  <a:schemeClr val="tx1"/>
                </a:solidFill>
              </a:rPr>
              <a:t>do da branch atual. </a:t>
            </a:r>
            <a:endParaRPr lang="en-US" altLang="pt-BR" sz="3200">
              <a:solidFill>
                <a:schemeClr val="tx1"/>
              </a:solidFill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endParaRPr lang="en-US" altLang="pt-BR" sz="3200">
              <a:solidFill>
                <a:schemeClr val="tx1"/>
              </a:solidFill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endParaRPr lang="en-US" altLang="pt-BR" sz="3200">
              <a:solidFill>
                <a:schemeClr val="tx1"/>
              </a:solidFill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endParaRPr lang="en-US" altLang="pt-BR" sz="3200">
              <a:solidFill>
                <a:schemeClr val="tx1"/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5170" y="2640330"/>
            <a:ext cx="8455660" cy="1232535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8" name="Google Shape;468;p75"/>
          <p:cNvSpPr txBox="1"/>
          <p:nvPr/>
        </p:nvSpPr>
        <p:spPr>
          <a:xfrm>
            <a:off x="226060" y="357505"/>
            <a:ext cx="4157980" cy="95313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 panose="02000000000000000000"/>
              <a:buNone/>
              <a:defRPr sz="24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>
                <a:solidFill>
                  <a:schemeClr val="tx1"/>
                </a:solidFill>
              </a:rPr>
              <a:t>Git Show</a:t>
            </a:r>
            <a:endParaRPr lang="pt-BR" sz="4000">
              <a:solidFill>
                <a:schemeClr val="tx1"/>
              </a:solidFill>
            </a:endParaRPr>
          </a:p>
        </p:txBody>
      </p:sp>
      <p:sp>
        <p:nvSpPr>
          <p:cNvPr id="469" name="Google Shape;469;p75"/>
          <p:cNvSpPr txBox="1"/>
          <p:nvPr/>
        </p:nvSpPr>
        <p:spPr>
          <a:xfrm>
            <a:off x="226060" y="1350645"/>
            <a:ext cx="11201400" cy="415671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r>
              <a:rPr lang="pt-BR" altLang="en-US" sz="3200">
                <a:solidFill>
                  <a:schemeClr val="tx1"/>
                </a:solidFill>
              </a:rPr>
              <a:t>git show</a:t>
            </a:r>
            <a:endParaRPr lang="pt-BR" altLang="en-US" sz="3200">
              <a:solidFill>
                <a:schemeClr val="tx1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2875" y="1475105"/>
            <a:ext cx="6502400" cy="390779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m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7805" y="2860675"/>
            <a:ext cx="8989695" cy="1136015"/>
          </a:xfrm>
          <a:prstGeom prst="rect">
            <a:avLst/>
          </a:prstGeom>
        </p:spPr>
      </p:pic>
      <p:sp>
        <p:nvSpPr>
          <p:cNvPr id="469" name="Google Shape;469;p75"/>
          <p:cNvSpPr txBox="1"/>
          <p:nvPr/>
        </p:nvSpPr>
        <p:spPr>
          <a:xfrm>
            <a:off x="226060" y="1350645"/>
            <a:ext cx="11201400" cy="415671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</a:pPr>
            <a:r>
              <a:rPr lang="en-US" altLang="en-US" sz="3200">
                <a:solidFill>
                  <a:schemeClr val="tx1"/>
                </a:solidFill>
                <a:sym typeface="+mn-ea"/>
              </a:rPr>
              <a:t>É</a:t>
            </a:r>
            <a:r>
              <a:rPr lang="en-US" altLang="pt-BR" sz="3200">
                <a:solidFill>
                  <a:schemeClr val="tx1"/>
                </a:solidFill>
                <a:sym typeface="+mn-ea"/>
              </a:rPr>
              <a:t> poss</a:t>
            </a:r>
            <a:r>
              <a:rPr lang="en-US" altLang="en-US" sz="3200">
                <a:solidFill>
                  <a:schemeClr val="tx1"/>
                </a:solidFill>
                <a:sym typeface="+mn-ea"/>
              </a:rPr>
              <a:t>í</a:t>
            </a:r>
            <a:r>
              <a:rPr lang="en-US" altLang="pt-BR" sz="3200">
                <a:solidFill>
                  <a:schemeClr val="tx1"/>
                </a:solidFill>
                <a:sym typeface="+mn-ea"/>
              </a:rPr>
              <a:t>vel visualizar arquivos de outras vers</a:t>
            </a:r>
            <a:r>
              <a:rPr lang="en-US" altLang="en-US" sz="3200">
                <a:solidFill>
                  <a:schemeClr val="tx1"/>
                </a:solidFill>
                <a:sym typeface="+mn-ea"/>
              </a:rPr>
              <a:t>õ</a:t>
            </a:r>
            <a:r>
              <a:rPr lang="en-US" altLang="pt-BR" sz="3200">
                <a:solidFill>
                  <a:schemeClr val="tx1"/>
                </a:solidFill>
                <a:sym typeface="+mn-ea"/>
              </a:rPr>
              <a:t>es</a:t>
            </a:r>
            <a:endParaRPr lang="en-US" altLang="pt-BR" sz="3200">
              <a:solidFill>
                <a:schemeClr val="tx1"/>
              </a:solidFill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r>
              <a:rPr lang="pt-BR" altLang="en-US" sz="3200">
                <a:solidFill>
                  <a:schemeClr val="tx1"/>
                </a:solidFill>
              </a:rPr>
              <a:t>git show versão:arquivo</a:t>
            </a:r>
            <a:endParaRPr lang="pt-BR" altLang="en-US" sz="32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499745" y="179705"/>
            <a:ext cx="1351280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pt-BR" altLang="en-US" sz="3200">
                <a:solidFill>
                  <a:srgbClr val="F6941C"/>
                </a:solidFill>
                <a:sym typeface="+mn-ea"/>
              </a:rPr>
              <a:t>Atividade </a:t>
            </a:r>
            <a:r>
              <a:rPr lang="en-US" altLang="pt-BR" sz="3200">
                <a:solidFill>
                  <a:srgbClr val="F6941C"/>
                </a:solidFill>
                <a:sym typeface="+mn-ea"/>
              </a:rPr>
              <a:t>Git: Refazer tarefas de HTML Introdu</a:t>
            </a:r>
            <a:r>
              <a:rPr lang="en-US" altLang="en-US" sz="3200">
                <a:solidFill>
                  <a:srgbClr val="F6941C"/>
                </a:solidFill>
                <a:sym typeface="+mn-ea"/>
              </a:rPr>
              <a:t>çã</a:t>
            </a:r>
            <a:r>
              <a:rPr lang="en-US" altLang="pt-BR" sz="3200">
                <a:solidFill>
                  <a:srgbClr val="F6941C"/>
                </a:solidFill>
                <a:sym typeface="+mn-ea"/>
              </a:rPr>
              <a:t>o e CSS B</a:t>
            </a:r>
            <a:r>
              <a:rPr lang="en-US" altLang="en-US" sz="3200">
                <a:solidFill>
                  <a:srgbClr val="F6941C"/>
                </a:solidFill>
                <a:sym typeface="+mn-ea"/>
              </a:rPr>
              <a:t>á</a:t>
            </a:r>
            <a:r>
              <a:rPr lang="en-US" altLang="pt-BR" sz="3200">
                <a:solidFill>
                  <a:srgbClr val="F6941C"/>
                </a:solidFill>
                <a:sym typeface="+mn-ea"/>
              </a:rPr>
              <a:t>sico</a:t>
            </a:r>
            <a:r>
              <a:rPr lang="pt-BR" altLang="en-US" sz="3200">
                <a:solidFill>
                  <a:srgbClr val="F6941C"/>
                </a:solidFill>
                <a:sym typeface="+mn-ea"/>
              </a:rPr>
              <a:t> (1/2)</a:t>
            </a:r>
            <a:endParaRPr lang="en-US" altLang="pt-BR" sz="3200">
              <a:solidFill>
                <a:srgbClr val="F6941C"/>
              </a:solidFill>
              <a:sym typeface="+mn-ea"/>
            </a:endParaRPr>
          </a:p>
          <a:p>
            <a:endParaRPr lang="en-US" altLang="pt-BR" sz="3200">
              <a:solidFill>
                <a:srgbClr val="F6941C"/>
              </a:solidFill>
              <a:sym typeface="+mn-ea"/>
            </a:endParaRPr>
          </a:p>
        </p:txBody>
      </p:sp>
      <p:sp>
        <p:nvSpPr>
          <p:cNvPr id="6" name="Google Shape;428;p69"/>
          <p:cNvSpPr txBox="1"/>
          <p:nvPr/>
        </p:nvSpPr>
        <p:spPr>
          <a:xfrm>
            <a:off x="1031240" y="982980"/>
            <a:ext cx="10129520" cy="440118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Voc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ê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 dever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á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 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revisitar 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HTML Introdu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ç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o e CSS B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á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sico, criando um reposit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ó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rio organizado e utilizando Git com Conventional Commits.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pt-BR" altLang="en-US" sz="2000">
                <a:solidFill>
                  <a:schemeClr val="tx1"/>
                </a:solidFill>
                <a:sym typeface="+mn-ea"/>
              </a:rPr>
              <a:t>Deverá incluir nos commits, o tipo, o escopo opcional e descrição.</a:t>
            </a:r>
            <a:endParaRPr lang="pt-BR" altLang="en-US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pt-BR" altLang="en-US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pt-BR" altLang="en-US" sz="2000">
                <a:solidFill>
                  <a:schemeClr val="tx1"/>
                </a:solidFill>
                <a:sym typeface="+mn-ea"/>
              </a:rPr>
              <a:t>Nesse atividade, o escopo opcional deverá incluir a pasta alterada ou 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arquivo 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ou modificação na estrutura, caso for um novo arquivo criado.</a:t>
            </a:r>
            <a:endParaRPr lang="pt-BR" altLang="en-US" sz="20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499745" y="179705"/>
            <a:ext cx="135128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pt-BR" altLang="en-US" sz="3200">
                <a:solidFill>
                  <a:srgbClr val="F6941C"/>
                </a:solidFill>
                <a:sym typeface="+mn-ea"/>
              </a:rPr>
              <a:t>Atividade </a:t>
            </a:r>
            <a:r>
              <a:rPr lang="en-US" altLang="pt-BR" sz="3200">
                <a:solidFill>
                  <a:srgbClr val="F6941C"/>
                </a:solidFill>
                <a:sym typeface="+mn-ea"/>
              </a:rPr>
              <a:t>Git:</a:t>
            </a:r>
            <a:r>
              <a:rPr lang="pt-BR" altLang="en-US" sz="3200">
                <a:solidFill>
                  <a:srgbClr val="F6941C"/>
                </a:solidFill>
                <a:sym typeface="+mn-ea"/>
              </a:rPr>
              <a:t> </a:t>
            </a:r>
            <a:r>
              <a:rPr lang="en-US" altLang="pt-BR" sz="3200">
                <a:solidFill>
                  <a:srgbClr val="F6941C"/>
                </a:solidFill>
                <a:sym typeface="+mn-ea"/>
              </a:rPr>
              <a:t>Sequ</a:t>
            </a:r>
            <a:r>
              <a:rPr lang="en-US" altLang="en-US" sz="3200">
                <a:solidFill>
                  <a:srgbClr val="F6941C"/>
                </a:solidFill>
                <a:sym typeface="+mn-ea"/>
              </a:rPr>
              <a:t>ê</a:t>
            </a:r>
            <a:r>
              <a:rPr lang="en-US" altLang="pt-BR" sz="3200">
                <a:solidFill>
                  <a:srgbClr val="F6941C"/>
                </a:solidFill>
                <a:sym typeface="+mn-ea"/>
              </a:rPr>
              <a:t>ncia ideal de commits</a:t>
            </a:r>
            <a:endParaRPr lang="en-US" altLang="pt-BR" sz="3200">
              <a:solidFill>
                <a:srgbClr val="F6941C"/>
              </a:solidFill>
              <a:sym typeface="+mn-ea"/>
            </a:endParaRPr>
          </a:p>
        </p:txBody>
      </p:sp>
      <p:sp>
        <p:nvSpPr>
          <p:cNvPr id="6" name="Google Shape;428;p69"/>
          <p:cNvSpPr txBox="1"/>
          <p:nvPr/>
        </p:nvSpPr>
        <p:spPr>
          <a:xfrm>
            <a:off x="1031240" y="633730"/>
            <a:ext cx="10129520" cy="509905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000" b="1">
                <a:solidFill>
                  <a:schemeClr val="tx1"/>
                </a:solidFill>
                <a:sym typeface="+mn-ea"/>
              </a:rPr>
              <a:t>Estrutura inicial do projet</a:t>
            </a:r>
            <a:r>
              <a:rPr lang="pt-BR" altLang="en-US" sz="2000" b="1">
                <a:solidFill>
                  <a:schemeClr val="tx1"/>
                </a:solidFill>
                <a:sym typeface="+mn-ea"/>
              </a:rPr>
              <a:t>o</a:t>
            </a:r>
            <a:endParaRPr lang="en-US" altLang="pt-BR" sz="2000" b="1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feat(estrutura): cria a estrutura inicial do projeto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60960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Adicionado arquivo README, arquivo .gitignore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feat(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projeto_1-index.html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): 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cria o arquivo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feat(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index.html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): </a:t>
            </a:r>
            <a:r>
              <a:rPr lang="pt-BR" sz="2000">
                <a:solidFill>
                  <a:schemeClr val="tx1"/>
                </a:solidFill>
                <a:sym typeface="+mn-ea"/>
              </a:rPr>
              <a:t>adiciona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 link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 para tags.html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feat(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index.html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): adiciona imagem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 para o link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feat(index.html): </a:t>
            </a:r>
            <a:r>
              <a:rPr lang="pt-BR" sz="2000">
                <a:solidFill>
                  <a:schemeClr val="tx1"/>
                </a:solidFill>
                <a:sym typeface="+mn-ea"/>
              </a:rPr>
              <a:t>adiciona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 link para 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receitas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.html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feat(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index.html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): adiciona imagem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 para o link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feat(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projeto_1-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tags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.html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): cria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 o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 arquivo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20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499745" y="179705"/>
            <a:ext cx="135128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pt-BR" altLang="en-US" sz="3200">
                <a:solidFill>
                  <a:srgbClr val="F6941C"/>
                </a:solidFill>
                <a:sym typeface="+mn-ea"/>
              </a:rPr>
              <a:t>Atividade </a:t>
            </a:r>
            <a:r>
              <a:rPr lang="en-US" altLang="pt-BR" sz="3200">
                <a:solidFill>
                  <a:srgbClr val="F6941C"/>
                </a:solidFill>
                <a:sym typeface="+mn-ea"/>
              </a:rPr>
              <a:t>Git:</a:t>
            </a:r>
            <a:r>
              <a:rPr lang="pt-BR" altLang="en-US" sz="3200">
                <a:solidFill>
                  <a:srgbClr val="F6941C"/>
                </a:solidFill>
                <a:sym typeface="+mn-ea"/>
              </a:rPr>
              <a:t> </a:t>
            </a:r>
            <a:r>
              <a:rPr lang="en-US" altLang="pt-BR" sz="3200">
                <a:solidFill>
                  <a:srgbClr val="F6941C"/>
                </a:solidFill>
                <a:sym typeface="+mn-ea"/>
              </a:rPr>
              <a:t>Sequ</a:t>
            </a:r>
            <a:r>
              <a:rPr lang="en-US" altLang="en-US" sz="3200">
                <a:solidFill>
                  <a:srgbClr val="F6941C"/>
                </a:solidFill>
                <a:sym typeface="+mn-ea"/>
              </a:rPr>
              <a:t>ê</a:t>
            </a:r>
            <a:r>
              <a:rPr lang="en-US" altLang="pt-BR" sz="3200">
                <a:solidFill>
                  <a:srgbClr val="F6941C"/>
                </a:solidFill>
                <a:sym typeface="+mn-ea"/>
              </a:rPr>
              <a:t>ncia ideal de commits</a:t>
            </a:r>
            <a:endParaRPr lang="en-US" altLang="pt-BR" sz="3200">
              <a:solidFill>
                <a:srgbClr val="F6941C"/>
              </a:solidFill>
              <a:sym typeface="+mn-ea"/>
            </a:endParaRPr>
          </a:p>
        </p:txBody>
      </p:sp>
      <p:sp>
        <p:nvSpPr>
          <p:cNvPr id="6" name="Google Shape;428;p69"/>
          <p:cNvSpPr txBox="1"/>
          <p:nvPr/>
        </p:nvSpPr>
        <p:spPr>
          <a:xfrm>
            <a:off x="1031240" y="763270"/>
            <a:ext cx="10129520" cy="510857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pt-BR" altLang="en-US" sz="2000" b="1">
                <a:solidFill>
                  <a:schemeClr val="tx1"/>
                </a:solidFill>
                <a:sym typeface="+mn-ea"/>
              </a:rPr>
              <a:t>Modifica o </a:t>
            </a:r>
            <a:r>
              <a:rPr lang="en-US" altLang="pt-BR" sz="2000" b="1">
                <a:solidFill>
                  <a:schemeClr val="tx1"/>
                </a:solidFill>
                <a:sym typeface="+mn-ea"/>
              </a:rPr>
              <a:t>arquivo</a:t>
            </a:r>
            <a:r>
              <a:rPr lang="pt-BR" altLang="en-US" sz="2000" b="1">
                <a:solidFill>
                  <a:schemeClr val="tx1"/>
                </a:solidFill>
                <a:sym typeface="+mn-ea"/>
              </a:rPr>
              <a:t> tags.html</a:t>
            </a:r>
            <a:endParaRPr lang="en-US" altLang="pt-BR" sz="2000" b="1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feat(tags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.html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): 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modifica o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 arquivo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60960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pt-BR" sz="2000">
                <a:solidFill>
                  <a:schemeClr val="tx1"/>
                </a:solidFill>
                <a:sym typeface="+mn-ea"/>
              </a:rPr>
              <a:t>Inserido 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âncoras para os ar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q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uivos de resumo</a:t>
            </a:r>
            <a:endParaRPr lang="pt-BR" altLang="en-US" sz="2000">
              <a:solidFill>
                <a:schemeClr val="tx1"/>
              </a:solidFill>
              <a:sym typeface="+mn-ea"/>
            </a:endParaRPr>
          </a:p>
          <a:p>
            <a:pPr marL="60960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pt-BR" altLang="en-US" sz="2000" b="1">
                <a:solidFill>
                  <a:schemeClr val="tx1"/>
                </a:solidFill>
                <a:sym typeface="+mn-ea"/>
              </a:rPr>
              <a:t>Adiciona os </a:t>
            </a:r>
            <a:r>
              <a:rPr lang="en-US" altLang="pt-BR" sz="2000" b="1">
                <a:solidFill>
                  <a:schemeClr val="tx1"/>
                </a:solidFill>
                <a:sym typeface="+mn-ea"/>
              </a:rPr>
              <a:t>arquivo</a:t>
            </a:r>
            <a:r>
              <a:rPr lang="pt-BR" altLang="en-US" sz="2000" b="1">
                <a:solidFill>
                  <a:schemeClr val="tx1"/>
                </a:solidFill>
                <a:sym typeface="+mn-ea"/>
              </a:rPr>
              <a:t>s da pasta imagens</a:t>
            </a:r>
            <a:endParaRPr lang="en-US" altLang="pt-BR" sz="2000" b="1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feat(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imagens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): 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adiciona imagem 1</a:t>
            </a:r>
            <a:endParaRPr lang="pt-BR" altLang="en-US" sz="2000">
              <a:solidFill>
                <a:schemeClr val="tx1"/>
              </a:solidFill>
              <a:sym typeface="+mn-ea"/>
            </a:endParaRPr>
          </a:p>
          <a:p>
            <a:pPr marL="15240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pt-BR" altLang="en-US" sz="2000">
                <a:solidFill>
                  <a:schemeClr val="tx1"/>
                </a:solidFill>
                <a:sym typeface="+mn-ea"/>
              </a:rPr>
              <a:t>descrição da imagem</a:t>
            </a:r>
            <a:endParaRPr lang="pt-BR" altLang="en-US" sz="2000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feat(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imagens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): 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adiciona imagem 2</a:t>
            </a:r>
            <a:endParaRPr lang="pt-BR" altLang="en-US" sz="2000">
              <a:solidFill>
                <a:schemeClr val="tx1"/>
              </a:solidFill>
              <a:sym typeface="+mn-ea"/>
            </a:endParaRPr>
          </a:p>
          <a:p>
            <a:pPr marL="15240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pt-BR" altLang="en-US" sz="2000">
                <a:solidFill>
                  <a:schemeClr val="tx1"/>
                </a:solidFill>
                <a:sym typeface="+mn-ea"/>
              </a:rPr>
              <a:t>descrição da imagem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60960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20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499745" y="179705"/>
            <a:ext cx="135128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pt-BR" altLang="en-US" sz="3200">
                <a:solidFill>
                  <a:srgbClr val="F6941C"/>
                </a:solidFill>
                <a:sym typeface="+mn-ea"/>
              </a:rPr>
              <a:t>Atividade </a:t>
            </a:r>
            <a:r>
              <a:rPr lang="en-US" altLang="pt-BR" sz="3200">
                <a:solidFill>
                  <a:srgbClr val="F6941C"/>
                </a:solidFill>
                <a:sym typeface="+mn-ea"/>
              </a:rPr>
              <a:t>Git:</a:t>
            </a:r>
            <a:r>
              <a:rPr lang="pt-BR" altLang="en-US" sz="3200">
                <a:solidFill>
                  <a:srgbClr val="F6941C"/>
                </a:solidFill>
                <a:sym typeface="+mn-ea"/>
              </a:rPr>
              <a:t> </a:t>
            </a:r>
            <a:r>
              <a:rPr lang="en-US" altLang="pt-BR" sz="3200">
                <a:solidFill>
                  <a:srgbClr val="F6941C"/>
                </a:solidFill>
                <a:sym typeface="+mn-ea"/>
              </a:rPr>
              <a:t>Sequ</a:t>
            </a:r>
            <a:r>
              <a:rPr lang="en-US" altLang="en-US" sz="3200">
                <a:solidFill>
                  <a:srgbClr val="F6941C"/>
                </a:solidFill>
                <a:sym typeface="+mn-ea"/>
              </a:rPr>
              <a:t>ê</a:t>
            </a:r>
            <a:r>
              <a:rPr lang="en-US" altLang="pt-BR" sz="3200">
                <a:solidFill>
                  <a:srgbClr val="F6941C"/>
                </a:solidFill>
                <a:sym typeface="+mn-ea"/>
              </a:rPr>
              <a:t>ncia ideal de commits</a:t>
            </a:r>
            <a:endParaRPr lang="en-US" altLang="pt-BR" sz="3200">
              <a:solidFill>
                <a:srgbClr val="F6941C"/>
              </a:solidFill>
              <a:sym typeface="+mn-ea"/>
            </a:endParaRPr>
          </a:p>
        </p:txBody>
      </p:sp>
      <p:sp>
        <p:nvSpPr>
          <p:cNvPr id="6" name="Google Shape;428;p69"/>
          <p:cNvSpPr txBox="1"/>
          <p:nvPr/>
        </p:nvSpPr>
        <p:spPr>
          <a:xfrm>
            <a:off x="971550" y="1042035"/>
            <a:ext cx="10129520" cy="510857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000" b="1">
                <a:solidFill>
                  <a:schemeClr val="tx1"/>
                </a:solidFill>
                <a:sym typeface="+mn-ea"/>
              </a:rPr>
              <a:t>Criar a</a:t>
            </a:r>
            <a:r>
              <a:rPr lang="pt-BR" altLang="en-US" sz="2000" b="1">
                <a:solidFill>
                  <a:schemeClr val="tx1"/>
                </a:solidFill>
                <a:sym typeface="+mn-ea"/>
              </a:rPr>
              <a:t> estrutura </a:t>
            </a:r>
            <a:r>
              <a:rPr lang="en-US" altLang="pt-BR" sz="2000" b="1">
                <a:solidFill>
                  <a:schemeClr val="tx1"/>
                </a:solidFill>
                <a:sym typeface="+mn-ea"/>
              </a:rPr>
              <a:t>d</a:t>
            </a:r>
            <a:r>
              <a:rPr lang="pt-BR" altLang="en-US" sz="2000" b="1">
                <a:solidFill>
                  <a:schemeClr val="tx1"/>
                </a:solidFill>
                <a:sym typeface="+mn-ea"/>
              </a:rPr>
              <a:t>a pasta </a:t>
            </a:r>
            <a:r>
              <a:rPr lang="en-US" altLang="pt-BR" sz="2000" b="1">
                <a:solidFill>
                  <a:schemeClr val="tx1"/>
                </a:solidFill>
                <a:sym typeface="+mn-ea"/>
              </a:rPr>
              <a:t>resumo-tags</a:t>
            </a:r>
            <a:endParaRPr lang="en-US" altLang="pt-BR" sz="2000" b="1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feat(resumo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_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tags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-estrutura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.html): cria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 o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 arquivo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feat(resumo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_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tags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-citacoes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.html): cria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 o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 arquivo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pt-BR" altLang="en-US" sz="2000">
                <a:solidFill>
                  <a:schemeClr val="tx1"/>
                </a:solidFill>
                <a:sym typeface="+mn-ea"/>
              </a:rPr>
              <a:t>... mais 5.</a:t>
            </a:r>
            <a:endParaRPr lang="pt-BR" altLang="en-US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pt-BR" altLang="en-US" sz="2000" b="1">
                <a:solidFill>
                  <a:schemeClr val="tx1"/>
                </a:solidFill>
                <a:sym typeface="+mn-ea"/>
              </a:rPr>
              <a:t>Modificar os </a:t>
            </a:r>
            <a:r>
              <a:rPr lang="en-US" altLang="pt-BR" sz="2000" b="1">
                <a:solidFill>
                  <a:schemeClr val="tx1"/>
                </a:solidFill>
                <a:sym typeface="+mn-ea"/>
              </a:rPr>
              <a:t>arquivo</a:t>
            </a:r>
            <a:r>
              <a:rPr lang="pt-BR" altLang="en-US" sz="2000" b="1">
                <a:solidFill>
                  <a:schemeClr val="tx1"/>
                </a:solidFill>
                <a:sym typeface="+mn-ea"/>
              </a:rPr>
              <a:t>s </a:t>
            </a:r>
            <a:r>
              <a:rPr lang="en-US" altLang="pt-BR" sz="2000" b="1">
                <a:solidFill>
                  <a:schemeClr val="tx1"/>
                </a:solidFill>
                <a:sym typeface="+mn-ea"/>
              </a:rPr>
              <a:t>d</a:t>
            </a:r>
            <a:r>
              <a:rPr lang="pt-BR" altLang="en-US" sz="2000" b="1">
                <a:solidFill>
                  <a:schemeClr val="tx1"/>
                </a:solidFill>
                <a:sym typeface="+mn-ea"/>
              </a:rPr>
              <a:t>a pasta </a:t>
            </a:r>
            <a:r>
              <a:rPr lang="en-US" altLang="pt-BR" sz="2000" b="1">
                <a:solidFill>
                  <a:schemeClr val="tx1"/>
                </a:solidFill>
                <a:sym typeface="+mn-ea"/>
              </a:rPr>
              <a:t>resumo-tags</a:t>
            </a:r>
            <a:endParaRPr lang="en-US" altLang="pt-BR" sz="2000" b="1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feat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(estrutura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.html): 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adiciona conteúdo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Adicionada a estrutura base do arquivo HTML e conte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ú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dos introdut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ó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rios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sobre a estrutura fundamental de documentos HTML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pt-BR" altLang="en-US" sz="2000">
                <a:solidFill>
                  <a:schemeClr val="tx1"/>
                </a:solidFill>
                <a:sym typeface="+mn-ea"/>
              </a:rPr>
              <a:t>... mais 6.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20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499745" y="179705"/>
            <a:ext cx="135128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pt-BR" altLang="en-US" sz="3200">
                <a:solidFill>
                  <a:srgbClr val="F6941C"/>
                </a:solidFill>
                <a:sym typeface="+mn-ea"/>
              </a:rPr>
              <a:t>Atividade </a:t>
            </a:r>
            <a:r>
              <a:rPr lang="en-US" altLang="pt-BR" sz="3200">
                <a:solidFill>
                  <a:srgbClr val="F6941C"/>
                </a:solidFill>
                <a:sym typeface="+mn-ea"/>
              </a:rPr>
              <a:t>Git:</a:t>
            </a:r>
            <a:r>
              <a:rPr lang="pt-BR" altLang="en-US" sz="3200">
                <a:solidFill>
                  <a:srgbClr val="F6941C"/>
                </a:solidFill>
                <a:sym typeface="+mn-ea"/>
              </a:rPr>
              <a:t> </a:t>
            </a:r>
            <a:r>
              <a:rPr lang="en-US" altLang="pt-BR" sz="3200">
                <a:solidFill>
                  <a:srgbClr val="F6941C"/>
                </a:solidFill>
                <a:sym typeface="+mn-ea"/>
              </a:rPr>
              <a:t>Sequ</a:t>
            </a:r>
            <a:r>
              <a:rPr lang="en-US" altLang="en-US" sz="3200">
                <a:solidFill>
                  <a:srgbClr val="F6941C"/>
                </a:solidFill>
                <a:sym typeface="+mn-ea"/>
              </a:rPr>
              <a:t>ê</a:t>
            </a:r>
            <a:r>
              <a:rPr lang="en-US" altLang="pt-BR" sz="3200">
                <a:solidFill>
                  <a:srgbClr val="F6941C"/>
                </a:solidFill>
                <a:sym typeface="+mn-ea"/>
              </a:rPr>
              <a:t>ncia ideal de commits</a:t>
            </a:r>
            <a:endParaRPr lang="en-US" altLang="pt-BR" sz="3200">
              <a:solidFill>
                <a:srgbClr val="F6941C"/>
              </a:solidFill>
              <a:sym typeface="+mn-ea"/>
            </a:endParaRPr>
          </a:p>
        </p:txBody>
      </p:sp>
      <p:sp>
        <p:nvSpPr>
          <p:cNvPr id="6" name="Google Shape;428;p69"/>
          <p:cNvSpPr txBox="1"/>
          <p:nvPr/>
        </p:nvSpPr>
        <p:spPr>
          <a:xfrm>
            <a:off x="1031240" y="982980"/>
            <a:ext cx="10129520" cy="440118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000" b="1">
                <a:solidFill>
                  <a:schemeClr val="tx1"/>
                </a:solidFill>
                <a:sym typeface="+mn-ea"/>
              </a:rPr>
              <a:t>Criar a</a:t>
            </a:r>
            <a:r>
              <a:rPr lang="pt-BR" altLang="en-US" sz="2000" b="1">
                <a:solidFill>
                  <a:schemeClr val="tx1"/>
                </a:solidFill>
                <a:sym typeface="+mn-ea"/>
              </a:rPr>
              <a:t> estrutura </a:t>
            </a:r>
            <a:r>
              <a:rPr lang="en-US" altLang="pt-BR" sz="2000" b="1">
                <a:solidFill>
                  <a:schemeClr val="tx1"/>
                </a:solidFill>
                <a:sym typeface="+mn-ea"/>
              </a:rPr>
              <a:t>d</a:t>
            </a:r>
            <a:r>
              <a:rPr lang="pt-BR" altLang="en-US" sz="2000" b="1">
                <a:solidFill>
                  <a:schemeClr val="tx1"/>
                </a:solidFill>
                <a:sym typeface="+mn-ea"/>
              </a:rPr>
              <a:t>a página de receita</a:t>
            </a:r>
            <a:endParaRPr lang="en-US" altLang="pt-BR" sz="2000" b="1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feat(receitas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-listas_culinarias.html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): </a:t>
            </a:r>
            <a:r>
              <a:rPr lang="pt-BR" sz="2000">
                <a:solidFill>
                  <a:schemeClr val="tx1"/>
                </a:solidFill>
                <a:sym typeface="+mn-ea"/>
              </a:rPr>
              <a:t>cria o 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arquivo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r>
              <a:rPr lang="pt-BR" altLang="en-US" sz="2000">
                <a:solidFill>
                  <a:schemeClr val="tx1"/>
                </a:solidFill>
                <a:sym typeface="+mn-ea"/>
              </a:rPr>
              <a:t>feat(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receitas-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imagens): 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adiciona imagem 1</a:t>
            </a:r>
            <a:endParaRPr lang="pt-BR" altLang="en-US" sz="2000">
              <a:solidFill>
                <a:schemeClr val="tx1"/>
              </a:solidFill>
              <a:sym typeface="+mn-ea"/>
            </a:endParaRPr>
          </a:p>
          <a:p>
            <a:pPr marL="15240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pt-BR" altLang="en-US" sz="2000">
                <a:solidFill>
                  <a:schemeClr val="tx1"/>
                </a:solidFill>
                <a:sym typeface="+mn-ea"/>
              </a:rPr>
              <a:t>descrição da imagem</a:t>
            </a:r>
            <a:endParaRPr lang="pt-BR" altLang="en-US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pt-BR" altLang="en-US" sz="2000">
                <a:solidFill>
                  <a:schemeClr val="tx1"/>
                </a:solidFill>
                <a:sym typeface="+mn-ea"/>
              </a:rPr>
              <a:t>mais 2 imagens...</a:t>
            </a:r>
            <a:endParaRPr lang="pt-BR" altLang="en-US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pt-BR" altLang="en-US" sz="2000" b="1">
                <a:solidFill>
                  <a:schemeClr val="tx1"/>
                </a:solidFill>
                <a:sym typeface="+mn-ea"/>
              </a:rPr>
              <a:t>Criar cada arquivo de receita separadamente </a:t>
            </a:r>
            <a:r>
              <a:rPr lang="pt-BR" altLang="en-US" sz="2000" b="1">
                <a:solidFill>
                  <a:schemeClr val="tx1"/>
                </a:solidFill>
                <a:sym typeface="+mn-ea"/>
              </a:rPr>
              <a:t> (OBS: Mudar Genérico)</a:t>
            </a:r>
            <a:endParaRPr lang="pt-BR" altLang="en-US" sz="2000" b="1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feat(receitas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-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receita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_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1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.html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): </a:t>
            </a:r>
            <a:r>
              <a:rPr lang="pt-BR" sz="2000">
                <a:solidFill>
                  <a:schemeClr val="tx1"/>
                </a:solidFill>
                <a:sym typeface="+mn-ea"/>
              </a:rPr>
              <a:t>cria o 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arquivo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feat(receitas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-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receita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_2.html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): </a:t>
            </a:r>
            <a:r>
              <a:rPr lang="pt-BR" sz="2000">
                <a:solidFill>
                  <a:schemeClr val="tx1"/>
                </a:solidFill>
                <a:sym typeface="+mn-ea"/>
              </a:rPr>
              <a:t>cria o 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arquivo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feat(receitas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-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receita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_3.html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): </a:t>
            </a:r>
            <a:r>
              <a:rPr lang="pt-BR" sz="2000">
                <a:solidFill>
                  <a:schemeClr val="tx1"/>
                </a:solidFill>
                <a:sym typeface="+mn-ea"/>
              </a:rPr>
              <a:t>cria o 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arquivo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pt-BR" altLang="en-US" sz="2000" b="1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20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499745" y="179705"/>
            <a:ext cx="135128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pt-BR" altLang="en-US" sz="3200">
                <a:solidFill>
                  <a:srgbClr val="F6941C"/>
                </a:solidFill>
                <a:sym typeface="+mn-ea"/>
              </a:rPr>
              <a:t>Atividade </a:t>
            </a:r>
            <a:r>
              <a:rPr lang="en-US" altLang="pt-BR" sz="3200">
                <a:solidFill>
                  <a:srgbClr val="F6941C"/>
                </a:solidFill>
                <a:sym typeface="+mn-ea"/>
              </a:rPr>
              <a:t>Git:</a:t>
            </a:r>
            <a:r>
              <a:rPr lang="pt-BR" altLang="en-US" sz="3200">
                <a:solidFill>
                  <a:srgbClr val="F6941C"/>
                </a:solidFill>
                <a:sym typeface="+mn-ea"/>
              </a:rPr>
              <a:t> </a:t>
            </a:r>
            <a:r>
              <a:rPr lang="en-US" altLang="pt-BR" sz="3200">
                <a:solidFill>
                  <a:srgbClr val="F6941C"/>
                </a:solidFill>
                <a:sym typeface="+mn-ea"/>
              </a:rPr>
              <a:t>Sequ</a:t>
            </a:r>
            <a:r>
              <a:rPr lang="en-US" altLang="en-US" sz="3200">
                <a:solidFill>
                  <a:srgbClr val="F6941C"/>
                </a:solidFill>
                <a:sym typeface="+mn-ea"/>
              </a:rPr>
              <a:t>ê</a:t>
            </a:r>
            <a:r>
              <a:rPr lang="en-US" altLang="pt-BR" sz="3200">
                <a:solidFill>
                  <a:srgbClr val="F6941C"/>
                </a:solidFill>
                <a:sym typeface="+mn-ea"/>
              </a:rPr>
              <a:t>ncia ideal de commits</a:t>
            </a:r>
            <a:endParaRPr lang="en-US" altLang="pt-BR" sz="3200">
              <a:solidFill>
                <a:srgbClr val="F6941C"/>
              </a:solidFill>
              <a:sym typeface="+mn-ea"/>
            </a:endParaRPr>
          </a:p>
        </p:txBody>
      </p:sp>
      <p:sp>
        <p:nvSpPr>
          <p:cNvPr id="6" name="Google Shape;428;p69"/>
          <p:cNvSpPr txBox="1"/>
          <p:nvPr/>
        </p:nvSpPr>
        <p:spPr>
          <a:xfrm>
            <a:off x="1031240" y="763270"/>
            <a:ext cx="10129520" cy="472186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000" b="1">
                <a:solidFill>
                  <a:schemeClr val="tx1"/>
                </a:solidFill>
                <a:sym typeface="+mn-ea"/>
              </a:rPr>
              <a:t>Adicionar as receitas na p</a:t>
            </a:r>
            <a:r>
              <a:rPr lang="en-US" altLang="en-US" sz="2000" b="1">
                <a:solidFill>
                  <a:schemeClr val="tx1"/>
                </a:solidFill>
                <a:sym typeface="+mn-ea"/>
              </a:rPr>
              <a:t>á</a:t>
            </a:r>
            <a:r>
              <a:rPr lang="en-US" altLang="pt-BR" sz="2000" b="1">
                <a:solidFill>
                  <a:schemeClr val="tx1"/>
                </a:solidFill>
                <a:sym typeface="+mn-ea"/>
              </a:rPr>
              <a:t>gina principal (index.html)</a:t>
            </a:r>
            <a:endParaRPr lang="en-US" altLang="pt-BR" sz="2000" b="1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feat(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listas_culinarias.html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): adiciona 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uma lista com imagens</a:t>
            </a:r>
            <a:endParaRPr lang="pt-BR" altLang="en-US" sz="2000">
              <a:solidFill>
                <a:schemeClr val="tx1"/>
              </a:solidFill>
              <a:sym typeface="+mn-ea"/>
            </a:endParaRPr>
          </a:p>
          <a:p>
            <a:pPr marL="15240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pt-BR" altLang="en-US" sz="2000">
                <a:solidFill>
                  <a:schemeClr val="tx1"/>
                </a:solidFill>
                <a:sym typeface="+mn-ea"/>
              </a:rPr>
              <a:t>Adicionada uma lista de links, 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com imagens, 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para receitas x,y e z</a:t>
            </a:r>
            <a:endParaRPr lang="pt-BR" altLang="en-US" sz="2000">
              <a:solidFill>
                <a:schemeClr val="tx1"/>
              </a:solidFill>
              <a:sym typeface="+mn-ea"/>
            </a:endParaRPr>
          </a:p>
          <a:p>
            <a:pPr marL="15240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2000" b="1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000" b="1">
                <a:solidFill>
                  <a:schemeClr val="tx1"/>
                </a:solidFill>
                <a:sym typeface="+mn-ea"/>
              </a:rPr>
              <a:t>Criar listas e estrutura interna dentro de cada receita</a:t>
            </a:r>
            <a:r>
              <a:rPr lang="pt-BR" altLang="en-US" sz="2000" b="1">
                <a:solidFill>
                  <a:schemeClr val="tx1"/>
                </a:solidFill>
                <a:sym typeface="+mn-ea"/>
              </a:rPr>
              <a:t> (OBS: Mudar Genérico)</a:t>
            </a:r>
            <a:endParaRPr lang="en-US" altLang="pt-BR" sz="2000" b="1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feat(receitas): 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adiciona lista à receita 1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pt-BR" altLang="en-US" sz="2000">
                <a:solidFill>
                  <a:schemeClr val="tx1"/>
                </a:solidFill>
                <a:sym typeface="+mn-ea"/>
              </a:rPr>
              <a:t>Adicionada lista (não ordenada)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 de ingredientes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 da receita 1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feat(receitas): adiciona lista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 (ordenada)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 de preparo à receita 1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feat(receitas): adiciona lista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 (de definição),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 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glossário 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à receita 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1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feat(receitas): adiciona 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lista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 (não ordenada)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 de ingredientes à receita 2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pt-BR" altLang="en-US" sz="2000">
                <a:solidFill>
                  <a:schemeClr val="tx1"/>
                </a:solidFill>
                <a:sym typeface="+mn-ea"/>
              </a:rPr>
              <a:t>...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 outras 5 feat.</a:t>
            </a:r>
            <a:endParaRPr lang="pt-BR" altLang="en-US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2000" b="1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Google Shape;428;p69"/>
          <p:cNvSpPr txBox="1"/>
          <p:nvPr/>
        </p:nvSpPr>
        <p:spPr>
          <a:xfrm>
            <a:off x="972820" y="1111250"/>
            <a:ext cx="11129010" cy="480441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pt-BR" altLang="en-US" sz="2000">
                <a:solidFill>
                  <a:schemeClr val="tx1"/>
                </a:solidFill>
                <a:sym typeface="+mn-ea"/>
              </a:rPr>
              <a:t>Manter padrões de 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 tipo, o escopo opcional e descrição.</a:t>
            </a:r>
            <a:endParaRPr lang="pt-BR" altLang="en-US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pt-BR" altLang="en-US" sz="2000">
                <a:solidFill>
                  <a:schemeClr val="tx1"/>
                </a:solidFill>
                <a:sym typeface="+mn-ea"/>
              </a:rPr>
              <a:t> </a:t>
            </a:r>
            <a:endParaRPr lang="pt-BR" altLang="en-US" sz="2000" b="1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pt-BR" altLang="en-US" sz="2000" b="1">
                <a:solidFill>
                  <a:schemeClr val="tx1"/>
                </a:solidFill>
                <a:sym typeface="+mn-ea"/>
              </a:rPr>
              <a:t>Inserindo as estilizações feitas com CSS (15 a 20 commits)</a:t>
            </a:r>
            <a:endParaRPr lang="pt-BR" altLang="en-US" sz="2000" b="1">
              <a:solidFill>
                <a:schemeClr val="tx1"/>
              </a:solidFill>
              <a:sym typeface="+mn-ea"/>
            </a:endParaRPr>
          </a:p>
          <a:p>
            <a:pPr marL="60960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pt-BR" altLang="en-US" sz="2000">
                <a:solidFill>
                  <a:schemeClr val="tx1"/>
                </a:solidFill>
                <a:sym typeface="+mn-ea"/>
              </a:rPr>
              <a:t>Criação da pasta css e arquivo style </a:t>
            </a:r>
            <a:endParaRPr lang="pt-BR" altLang="en-US" sz="2000">
              <a:solidFill>
                <a:schemeClr val="tx1"/>
              </a:solidFill>
              <a:sym typeface="+mn-ea"/>
            </a:endParaRPr>
          </a:p>
          <a:p>
            <a:pPr marL="60960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pt-BR" altLang="en-US" sz="2000">
                <a:solidFill>
                  <a:schemeClr val="tx1"/>
                </a:solidFill>
                <a:sym typeface="+mn-ea"/>
              </a:rPr>
              <a:t>Cada commit deve exemplificar o que o css altera</a:t>
            </a:r>
            <a:endParaRPr lang="pt-BR" altLang="en-US" sz="2000">
              <a:solidFill>
                <a:schemeClr val="tx1"/>
              </a:solidFill>
              <a:sym typeface="+mn-ea"/>
            </a:endParaRPr>
          </a:p>
          <a:p>
            <a:pPr marL="60960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pt-BR" altLang="en-US" sz="2000">
                <a:solidFill>
                  <a:schemeClr val="tx1"/>
                </a:solidFill>
                <a:sym typeface="+mn-ea"/>
              </a:rPr>
              <a:t>Exemplo: style(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css ou receitas-css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): Altera a cor de fundo</a:t>
            </a:r>
            <a:endParaRPr lang="pt-BR" altLang="en-US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pt-BR" altLang="en-US" sz="2000" b="1">
                <a:solidFill>
                  <a:schemeClr val="tx1"/>
                </a:solidFill>
                <a:sym typeface="+mn-ea"/>
              </a:rPr>
              <a:t>Inserindo o arquivo resultado.html e alterações Javascript (5 commits)</a:t>
            </a:r>
            <a:endParaRPr lang="pt-BR" altLang="en-US" sz="2000" b="1">
              <a:solidFill>
                <a:schemeClr val="tx1"/>
              </a:solidFill>
              <a:sym typeface="+mn-ea"/>
            </a:endParaRPr>
          </a:p>
          <a:p>
            <a:pPr marL="15240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pt-BR" altLang="en-US" sz="2000">
                <a:solidFill>
                  <a:schemeClr val="tx1"/>
                </a:solidFill>
                <a:sym typeface="+mn-ea"/>
              </a:rPr>
              <a:t>Criação do arquivo vazio</a:t>
            </a:r>
            <a:endParaRPr lang="pt-BR" altLang="en-US" sz="2000">
              <a:solidFill>
                <a:schemeClr val="tx1"/>
              </a:solidFill>
              <a:sym typeface="+mn-ea"/>
            </a:endParaRPr>
          </a:p>
          <a:p>
            <a:pPr marL="15240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pt-BR" altLang="en-US" sz="2000">
                <a:solidFill>
                  <a:schemeClr val="tx1"/>
                </a:solidFill>
                <a:sym typeface="+mn-ea"/>
              </a:rPr>
              <a:t>Primeira modificação do arquivo (Arquivo Base GitHub), constar no corpo da descrição do commit</a:t>
            </a:r>
            <a:endParaRPr lang="pt-BR" altLang="en-US" sz="2000">
              <a:solidFill>
                <a:schemeClr val="tx1"/>
              </a:solidFill>
              <a:sym typeface="+mn-ea"/>
            </a:endParaRPr>
          </a:p>
          <a:p>
            <a:pPr marL="15240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pt-BR" altLang="en-US" sz="2000">
                <a:solidFill>
                  <a:schemeClr val="tx1"/>
                </a:solidFill>
                <a:sym typeface="+mn-ea"/>
              </a:rPr>
              <a:t>Alterações feitas (3 commits) Exemplo: 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feat(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arquivo e js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)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: Altera bolo de cenoura → receita 1</a:t>
            </a:r>
            <a:endParaRPr lang="pt-BR" altLang="en-US" sz="2000" b="1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20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Caixa de Texto 2"/>
          <p:cNvSpPr txBox="1"/>
          <p:nvPr/>
        </p:nvSpPr>
        <p:spPr>
          <a:xfrm>
            <a:off x="626745" y="763270"/>
            <a:ext cx="135128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pt-BR" sz="3200">
                <a:solidFill>
                  <a:srgbClr val="F6941C"/>
                </a:solidFill>
                <a:sym typeface="+mn-ea"/>
              </a:rPr>
              <a:t>Faça no mínimo mais 25 commits para os tópicos a seguir:  </a:t>
            </a:r>
            <a:endParaRPr lang="pt-BR" sz="3200">
              <a:solidFill>
                <a:srgbClr val="F6941C"/>
              </a:solidFill>
              <a:sym typeface="+mn-ea"/>
            </a:endParaRPr>
          </a:p>
        </p:txBody>
      </p:sp>
      <p:sp>
        <p:nvSpPr>
          <p:cNvPr id="5" name="Caixa de Texto 4"/>
          <p:cNvSpPr txBox="1"/>
          <p:nvPr/>
        </p:nvSpPr>
        <p:spPr>
          <a:xfrm>
            <a:off x="499745" y="179705"/>
            <a:ext cx="13512800" cy="5835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pt-BR" altLang="en-US" sz="3200">
                <a:solidFill>
                  <a:srgbClr val="F6941C"/>
                </a:solidFill>
                <a:sym typeface="+mn-ea"/>
              </a:rPr>
              <a:t>Atividade </a:t>
            </a:r>
            <a:r>
              <a:rPr lang="en-US" altLang="pt-BR" sz="3200">
                <a:solidFill>
                  <a:srgbClr val="F6941C"/>
                </a:solidFill>
                <a:sym typeface="+mn-ea"/>
              </a:rPr>
              <a:t>Git: Refazer tarefas de HTML Introdu</a:t>
            </a:r>
            <a:r>
              <a:rPr lang="en-US" altLang="en-US" sz="3200">
                <a:solidFill>
                  <a:srgbClr val="F6941C"/>
                </a:solidFill>
                <a:sym typeface="+mn-ea"/>
              </a:rPr>
              <a:t>çã</a:t>
            </a:r>
            <a:r>
              <a:rPr lang="en-US" altLang="pt-BR" sz="3200">
                <a:solidFill>
                  <a:srgbClr val="F6941C"/>
                </a:solidFill>
                <a:sym typeface="+mn-ea"/>
              </a:rPr>
              <a:t>o e CSS B</a:t>
            </a:r>
            <a:r>
              <a:rPr lang="en-US" altLang="en-US" sz="3200">
                <a:solidFill>
                  <a:srgbClr val="F6941C"/>
                </a:solidFill>
                <a:sym typeface="+mn-ea"/>
              </a:rPr>
              <a:t>á</a:t>
            </a:r>
            <a:r>
              <a:rPr lang="en-US" altLang="pt-BR" sz="3200">
                <a:solidFill>
                  <a:srgbClr val="F6941C"/>
                </a:solidFill>
                <a:sym typeface="+mn-ea"/>
              </a:rPr>
              <a:t>sico</a:t>
            </a:r>
            <a:endParaRPr lang="en-US" altLang="pt-BR" sz="3200">
              <a:solidFill>
                <a:srgbClr val="F6941C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aixa de Texto 2"/>
          <p:cNvSpPr txBox="1"/>
          <p:nvPr/>
        </p:nvSpPr>
        <p:spPr>
          <a:xfrm>
            <a:off x="626745" y="763270"/>
            <a:ext cx="135128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pt-BR" sz="3200">
                <a:solidFill>
                  <a:srgbClr val="F6941C"/>
                </a:solidFill>
                <a:sym typeface="+mn-ea"/>
              </a:rPr>
              <a:t>Faça no mínimo mais 30 commits para os tópicos a seguir:  </a:t>
            </a:r>
            <a:endParaRPr lang="pt-BR" sz="3200">
              <a:solidFill>
                <a:srgbClr val="F6941C"/>
              </a:solidFill>
              <a:sym typeface="+mn-ea"/>
            </a:endParaRPr>
          </a:p>
        </p:txBody>
      </p:sp>
      <p:sp>
        <p:nvSpPr>
          <p:cNvPr id="5" name="Caixa de Texto 4"/>
          <p:cNvSpPr txBox="1"/>
          <p:nvPr/>
        </p:nvSpPr>
        <p:spPr>
          <a:xfrm>
            <a:off x="499745" y="179705"/>
            <a:ext cx="1351280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pt-BR" altLang="en-US" sz="3200">
                <a:solidFill>
                  <a:srgbClr val="F6941C"/>
                </a:solidFill>
                <a:sym typeface="+mn-ea"/>
              </a:rPr>
              <a:t>Atividade </a:t>
            </a:r>
            <a:r>
              <a:rPr lang="en-US" altLang="pt-BR" sz="3200">
                <a:solidFill>
                  <a:srgbClr val="F6941C"/>
                </a:solidFill>
                <a:sym typeface="+mn-ea"/>
              </a:rPr>
              <a:t>Git: Refazer tarefas de HTML Introdu</a:t>
            </a:r>
            <a:r>
              <a:rPr lang="en-US" altLang="en-US" sz="3200">
                <a:solidFill>
                  <a:srgbClr val="F6941C"/>
                </a:solidFill>
                <a:sym typeface="+mn-ea"/>
              </a:rPr>
              <a:t>çã</a:t>
            </a:r>
            <a:r>
              <a:rPr lang="en-US" altLang="pt-BR" sz="3200">
                <a:solidFill>
                  <a:srgbClr val="F6941C"/>
                </a:solidFill>
                <a:sym typeface="+mn-ea"/>
              </a:rPr>
              <a:t>o e CSS B</a:t>
            </a:r>
            <a:r>
              <a:rPr lang="en-US" altLang="en-US" sz="3200">
                <a:solidFill>
                  <a:srgbClr val="F6941C"/>
                </a:solidFill>
                <a:sym typeface="+mn-ea"/>
              </a:rPr>
              <a:t>á</a:t>
            </a:r>
            <a:r>
              <a:rPr lang="en-US" altLang="pt-BR" sz="3200">
                <a:solidFill>
                  <a:srgbClr val="F6941C"/>
                </a:solidFill>
                <a:sym typeface="+mn-ea"/>
              </a:rPr>
              <a:t>sico</a:t>
            </a:r>
            <a:endParaRPr lang="en-US" altLang="pt-BR" sz="3200">
              <a:solidFill>
                <a:srgbClr val="F6941C"/>
              </a:solidFill>
              <a:sym typeface="+mn-ea"/>
            </a:endParaRPr>
          </a:p>
          <a:p>
            <a:endParaRPr lang="en-US" altLang="pt-BR" sz="3200">
              <a:solidFill>
                <a:srgbClr val="F6941C"/>
              </a:solidFill>
              <a:sym typeface="+mn-ea"/>
            </a:endParaRPr>
          </a:p>
        </p:txBody>
      </p:sp>
      <p:sp>
        <p:nvSpPr>
          <p:cNvPr id="6" name="Google Shape;428;p69"/>
          <p:cNvSpPr txBox="1"/>
          <p:nvPr/>
        </p:nvSpPr>
        <p:spPr>
          <a:xfrm>
            <a:off x="1031240" y="1459230"/>
            <a:ext cx="10129520" cy="440118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pt-BR" altLang="en-US" sz="2000" b="1">
                <a:solidFill>
                  <a:schemeClr val="tx1"/>
                </a:solidFill>
                <a:sym typeface="+mn-ea"/>
              </a:rPr>
              <a:t>Modificando o arquivo README (3 commits)</a:t>
            </a:r>
            <a:endParaRPr lang="pt-BR" altLang="en-US" sz="2000" b="1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pt-BR" altLang="en-US" sz="2000">
                <a:solidFill>
                  <a:schemeClr val="tx1"/>
                </a:solidFill>
                <a:sym typeface="+mn-ea"/>
              </a:rPr>
              <a:t>Exemplo: docs(README): 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adiciona introdu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ç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o ao projeto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pt-BR" altLang="en-US" sz="2000" b="1">
                <a:solidFill>
                  <a:schemeClr val="tx1"/>
                </a:solidFill>
                <a:sym typeface="+mn-ea"/>
              </a:rPr>
              <a:t>Movendo o arquivo tags.html (1 commit)</a:t>
            </a:r>
            <a:endParaRPr lang="pt-BR" altLang="en-US" sz="2000" b="1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chore(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estrutura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): move tags.html para nova pasta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2000" b="1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pt-BR" altLang="en-US" sz="2000" b="1">
                <a:solidFill>
                  <a:schemeClr val="tx1"/>
                </a:solidFill>
                <a:sym typeface="+mn-ea"/>
              </a:rPr>
              <a:t>Fazendo as alterações nos outros arquivos sobre tags.html (1 commit)</a:t>
            </a:r>
            <a:endParaRPr lang="pt-BR" altLang="en-US" sz="2000" b="1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fix(links): atualiza refer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ê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ncias ap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ó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s mover tags.html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2000" b="1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pt-BR" altLang="en-US" sz="2000" b="1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pt-BR" altLang="en-US" sz="2000" b="1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2000" b="1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2000" b="1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3" name="Google Shape;393;p64"/>
          <p:cNvSpPr txBox="1"/>
          <p:nvPr/>
        </p:nvSpPr>
        <p:spPr>
          <a:xfrm>
            <a:off x="1984950" y="428404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 sz="4800">
                <a:solidFill>
                  <a:srgbClr val="F6941C"/>
                </a:solidFill>
              </a:rPr>
              <a:t> </a:t>
            </a:r>
            <a:r>
              <a:rPr lang="pt-BR" altLang="en-US" sz="4800">
                <a:solidFill>
                  <a:srgbClr val="F6941C"/>
                </a:solidFill>
              </a:rPr>
              <a:t>G</a:t>
            </a:r>
            <a:r>
              <a:rPr lang="en-US" altLang="pt-BR" sz="4800">
                <a:solidFill>
                  <a:srgbClr val="F6941C"/>
                </a:solidFill>
              </a:rPr>
              <a:t>erenciar mudan</a:t>
            </a:r>
            <a:r>
              <a:rPr lang="en-US" altLang="en-US" sz="4800">
                <a:solidFill>
                  <a:srgbClr val="F6941C"/>
                </a:solidFill>
              </a:rPr>
              <a:t>ç</a:t>
            </a:r>
            <a:r>
              <a:rPr lang="en-US" altLang="pt-BR" sz="4800">
                <a:solidFill>
                  <a:srgbClr val="F6941C"/>
                </a:solidFill>
              </a:rPr>
              <a:t>as e hist</a:t>
            </a:r>
            <a:r>
              <a:rPr lang="en-US" altLang="en-US" sz="4800">
                <a:solidFill>
                  <a:srgbClr val="F6941C"/>
                </a:solidFill>
              </a:rPr>
              <a:t>ó</a:t>
            </a:r>
            <a:r>
              <a:rPr lang="en-US" altLang="pt-BR" sz="4800">
                <a:solidFill>
                  <a:srgbClr val="F6941C"/>
                </a:solidFill>
              </a:rPr>
              <a:t>rico </a:t>
            </a:r>
            <a:endParaRPr lang="en-US" altLang="pt-BR" sz="4800">
              <a:solidFill>
                <a:srgbClr val="F6941C"/>
              </a:solidFill>
            </a:endParaRPr>
          </a:p>
        </p:txBody>
      </p:sp>
      <p:pic>
        <p:nvPicPr>
          <p:cNvPr id="394" name="Google Shape;394;p6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456690" y="1244455"/>
            <a:ext cx="8839200" cy="2276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m 1"/>
          <p:cNvPicPr/>
          <p:nvPr/>
        </p:nvPicPr>
        <p:blipFill>
          <a:blip r:embed="rId1"/>
          <a:srcRect l="7109" t="18926" r="7450" b="17963"/>
          <a:stretch>
            <a:fillRect/>
          </a:stretch>
        </p:blipFill>
        <p:spPr>
          <a:xfrm>
            <a:off x="2717800" y="863600"/>
            <a:ext cx="6350000" cy="432816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m 1"/>
          <p:cNvPicPr/>
          <p:nvPr/>
        </p:nvPicPr>
        <p:blipFill>
          <a:blip r:embed="rId1"/>
          <a:srcRect l="7109" t="18926" r="7450" b="17963"/>
          <a:stretch>
            <a:fillRect/>
          </a:stretch>
        </p:blipFill>
        <p:spPr>
          <a:xfrm>
            <a:off x="2717800" y="863600"/>
            <a:ext cx="6350000" cy="4328160"/>
          </a:xfrm>
          <a:prstGeom prst="rect">
            <a:avLst/>
          </a:prstGeom>
        </p:spPr>
      </p:pic>
      <p:sp>
        <p:nvSpPr>
          <p:cNvPr id="3" name="Multiplicação 2"/>
          <p:cNvSpPr/>
          <p:nvPr/>
        </p:nvSpPr>
        <p:spPr>
          <a:xfrm>
            <a:off x="3098165" y="1530985"/>
            <a:ext cx="5273675" cy="1325880"/>
          </a:xfrm>
          <a:prstGeom prst="mathMultiply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BR" alt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629920" y="179705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pt-BR" altLang="en-US" sz="4000">
                <a:solidFill>
                  <a:srgbClr val="F6941C"/>
                </a:solidFill>
                <a:sym typeface="+mn-ea"/>
              </a:rPr>
              <a:t>G</a:t>
            </a:r>
            <a:r>
              <a:rPr lang="en-US" altLang="pt-BR" sz="4000">
                <a:solidFill>
                  <a:srgbClr val="F6941C"/>
                </a:solidFill>
                <a:sym typeface="+mn-ea"/>
              </a:rPr>
              <a:t>it res</a:t>
            </a:r>
            <a:r>
              <a:rPr lang="pt-BR" altLang="en-US" sz="4000">
                <a:solidFill>
                  <a:srgbClr val="F6941C"/>
                </a:solidFill>
                <a:sym typeface="+mn-ea"/>
              </a:rPr>
              <a:t>et</a:t>
            </a:r>
            <a:endParaRPr lang="pt-BR" altLang="en-US" sz="4000">
              <a:solidFill>
                <a:srgbClr val="F6941C"/>
              </a:solidFill>
              <a:sym typeface="+mn-ea"/>
            </a:endParaRPr>
          </a:p>
        </p:txBody>
      </p:sp>
      <p:sp>
        <p:nvSpPr>
          <p:cNvPr id="6" name="Google Shape;428;p69"/>
          <p:cNvSpPr txBox="1"/>
          <p:nvPr/>
        </p:nvSpPr>
        <p:spPr>
          <a:xfrm>
            <a:off x="1280795" y="982980"/>
            <a:ext cx="4901565" cy="489204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pt-BR" altLang="en-US" sz="2000">
                <a:solidFill>
                  <a:schemeClr val="tx1"/>
                </a:solidFill>
                <a:sym typeface="+mn-ea"/>
              </a:rPr>
              <a:t>D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esfazer commits e reescrever o hist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ó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rico do projeto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Uso principal: Desfazer commits locais (que ainda n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o foram compartilhados em um reposit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ó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rio remoto).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20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125" name="Google Shape;125;p22"/>
          <p:cNvPicPr preferRelativeResize="0"/>
          <p:nvPr/>
        </p:nvPicPr>
        <p:blipFill rotWithShape="1">
          <a:blip r:embed="rId1"/>
          <a:srcRect t="50697"/>
          <a:stretch>
            <a:fillRect/>
          </a:stretch>
        </p:blipFill>
        <p:spPr>
          <a:xfrm>
            <a:off x="6182493" y="1711585"/>
            <a:ext cx="5577575" cy="283822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629920" y="179705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pt-BR" altLang="en-US" sz="4000">
                <a:solidFill>
                  <a:srgbClr val="F6941C"/>
                </a:solidFill>
                <a:sym typeface="+mn-ea"/>
              </a:rPr>
              <a:t>G</a:t>
            </a:r>
            <a:r>
              <a:rPr lang="en-US" altLang="pt-BR" sz="4000">
                <a:solidFill>
                  <a:srgbClr val="F6941C"/>
                </a:solidFill>
                <a:sym typeface="+mn-ea"/>
              </a:rPr>
              <a:t>it res</a:t>
            </a:r>
            <a:r>
              <a:rPr lang="pt-BR" altLang="en-US" sz="4000">
                <a:solidFill>
                  <a:srgbClr val="F6941C"/>
                </a:solidFill>
                <a:sym typeface="+mn-ea"/>
              </a:rPr>
              <a:t>et</a:t>
            </a:r>
            <a:endParaRPr lang="pt-BR" altLang="en-US" sz="4000">
              <a:solidFill>
                <a:srgbClr val="F6941C"/>
              </a:solidFill>
              <a:sym typeface="+mn-ea"/>
            </a:endParaRPr>
          </a:p>
        </p:txBody>
      </p:sp>
      <p:sp>
        <p:nvSpPr>
          <p:cNvPr id="6" name="Google Shape;428;p69"/>
          <p:cNvSpPr txBox="1"/>
          <p:nvPr/>
        </p:nvSpPr>
        <p:spPr>
          <a:xfrm>
            <a:off x="884555" y="886460"/>
            <a:ext cx="4227195" cy="489204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3429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Font typeface="Arial" panose="020B0604020202020204" pitchFamily="34" charset="0"/>
              <a:buChar char="•"/>
            </a:pPr>
            <a:r>
              <a:rPr lang="pt-BR" altLang="en-US" sz="2000">
                <a:solidFill>
                  <a:schemeClr val="tx1"/>
                </a:solidFill>
                <a:sym typeface="+mn-ea"/>
              </a:rPr>
              <a:t>git reset 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 &lt;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hash do commit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&gt;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pt-BR" altLang="en-US" sz="2000">
                <a:solidFill>
                  <a:schemeClr val="tx1"/>
                </a:solidFill>
                <a:sym typeface="+mn-ea"/>
              </a:rPr>
              <a:t>Verifique o status</a:t>
            </a:r>
            <a:endParaRPr lang="pt-BR" altLang="en-US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pt-BR" altLang="en-US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Esse comando remove os arquivos da 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á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rea de staging, mas mant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é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m as altera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çõ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es no diret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ó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rio de trabalho.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1750" y="1215390"/>
            <a:ext cx="6438900" cy="393954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629920" y="179705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pt-BR" sz="4000">
                <a:solidFill>
                  <a:srgbClr val="F6941C"/>
                </a:solidFill>
                <a:sym typeface="+mn-ea"/>
              </a:rPr>
              <a:t>Modos de Opera</a:t>
            </a:r>
            <a:r>
              <a:rPr lang="en-US" altLang="en-US" sz="4000">
                <a:solidFill>
                  <a:srgbClr val="F6941C"/>
                </a:solidFill>
                <a:sym typeface="+mn-ea"/>
              </a:rPr>
              <a:t>ç</a:t>
            </a:r>
            <a:r>
              <a:rPr lang="en-US" altLang="en-US" sz="4000">
                <a:solidFill>
                  <a:srgbClr val="F6941C"/>
                </a:solidFill>
                <a:sym typeface="+mn-ea"/>
              </a:rPr>
              <a:t>ã</a:t>
            </a:r>
            <a:r>
              <a:rPr lang="en-US" altLang="pt-BR" sz="4000">
                <a:solidFill>
                  <a:srgbClr val="F6941C"/>
                </a:solidFill>
                <a:sym typeface="+mn-ea"/>
              </a:rPr>
              <a:t>o:</a:t>
            </a:r>
            <a:endParaRPr lang="en-US" altLang="pt-BR" sz="4000">
              <a:solidFill>
                <a:srgbClr val="F6941C"/>
              </a:solidFill>
              <a:sym typeface="+mn-ea"/>
            </a:endParaRPr>
          </a:p>
        </p:txBody>
      </p:sp>
      <p:sp>
        <p:nvSpPr>
          <p:cNvPr id="6" name="Google Shape;428;p69"/>
          <p:cNvSpPr txBox="1"/>
          <p:nvPr/>
        </p:nvSpPr>
        <p:spPr>
          <a:xfrm>
            <a:off x="813435" y="1125220"/>
            <a:ext cx="4901565" cy="489204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 sz="2400">
                <a:solidFill>
                  <a:schemeClr val="tx1"/>
                </a:solidFill>
                <a:sym typeface="+mn-ea"/>
              </a:rPr>
              <a:t>--soft: Mant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é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m as mudan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ç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as no 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í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ndice e no diret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ó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rio.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pt-BR" sz="240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 sz="2400">
                <a:solidFill>
                  <a:schemeClr val="tx1"/>
                </a:solidFill>
                <a:sym typeface="+mn-ea"/>
              </a:rPr>
              <a:t>--mixed (padr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o): Remove mudan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ç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as do 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í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ndice, mas mant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é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m no diret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ó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rio.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pt-BR" sz="240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 sz="2400">
                <a:solidFill>
                  <a:schemeClr val="tx1"/>
                </a:solidFill>
                <a:sym typeface="+mn-ea"/>
              </a:rPr>
              <a:t>--hard: Remove as mudan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ç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as do 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í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ndice e do diret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ó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rio.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1330" y="1901190"/>
            <a:ext cx="6346190" cy="291338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629920" y="179705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pt-BR" sz="4000">
                <a:solidFill>
                  <a:srgbClr val="F6941C"/>
                </a:solidFill>
                <a:sym typeface="+mn-ea"/>
              </a:rPr>
              <a:t>git reset --soft</a:t>
            </a:r>
            <a:endParaRPr lang="en-US" altLang="pt-BR" sz="4000">
              <a:solidFill>
                <a:srgbClr val="F6941C"/>
              </a:solidFill>
              <a:sym typeface="+mn-ea"/>
            </a:endParaRPr>
          </a:p>
        </p:txBody>
      </p:sp>
      <p:sp>
        <p:nvSpPr>
          <p:cNvPr id="6" name="Google Shape;428;p69"/>
          <p:cNvSpPr txBox="1"/>
          <p:nvPr/>
        </p:nvSpPr>
        <p:spPr>
          <a:xfrm>
            <a:off x="813435" y="982980"/>
            <a:ext cx="10021570" cy="489204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 sz="2400">
                <a:solidFill>
                  <a:schemeClr val="tx1"/>
                </a:solidFill>
                <a:sym typeface="+mn-ea"/>
              </a:rPr>
              <a:t>O commit voltaria, mas as mudan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ç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as continuariam staged.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r>
              <a:rPr lang="en-US" altLang="pt-BR" sz="2400">
                <a:solidFill>
                  <a:schemeClr val="tx1"/>
                </a:solidFill>
                <a:sym typeface="+mn-ea"/>
              </a:rPr>
              <a:t>index.js ainda apareceria como deletado e pronto para commit.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r>
              <a:rPr lang="en-US" altLang="pt-BR" sz="2400">
                <a:solidFill>
                  <a:schemeClr val="tx1"/>
                </a:solidFill>
                <a:sym typeface="+mn-ea"/>
              </a:rPr>
              <a:t>styles.css continuaria modificado e n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o staged.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r>
              <a:rPr lang="en-US" altLang="pt-BR" sz="2400">
                <a:solidFill>
                  <a:schemeClr val="tx1"/>
                </a:solidFill>
                <a:sym typeface="+mn-ea"/>
              </a:rPr>
              <a:t>Nada seria perdido.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endParaRPr lang="en-US" altLang="pt-BR" sz="2400">
              <a:solidFill>
                <a:schemeClr val="tx1"/>
              </a:solidFill>
              <a:sym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r>
              <a:rPr lang="en-US" altLang="pt-BR" sz="2400">
                <a:solidFill>
                  <a:schemeClr val="tx1"/>
                </a:solidFill>
                <a:sym typeface="+mn-ea"/>
              </a:rPr>
              <a:t>S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ó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 mexe no hist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ó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rico de commits. 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Á</a:t>
            </a:r>
            <a:r>
              <a:rPr lang="en-US" altLang="pt-BR" sz="2400">
                <a:solidFill>
                  <a:schemeClr val="tx1"/>
                </a:solidFill>
                <a:sym typeface="+mn-ea"/>
              </a:rPr>
              <a:t>rea de staging e arquivos ficam intocados.</a:t>
            </a:r>
            <a:endParaRPr lang="en-US" altLang="pt-BR" sz="24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762000" y="179705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pt-BR" sz="4000">
                <a:solidFill>
                  <a:srgbClr val="F6941C"/>
                </a:solidFill>
                <a:sym typeface="+mn-ea"/>
              </a:rPr>
              <a:t>git reset --mixed</a:t>
            </a:r>
            <a:endParaRPr lang="en-US" altLang="pt-BR" sz="4000">
              <a:solidFill>
                <a:srgbClr val="F6941C"/>
              </a:solidFill>
              <a:sym typeface="+mn-ea"/>
            </a:endParaRPr>
          </a:p>
        </p:txBody>
      </p:sp>
      <p:sp>
        <p:nvSpPr>
          <p:cNvPr id="6" name="Google Shape;428;p69"/>
          <p:cNvSpPr txBox="1"/>
          <p:nvPr/>
        </p:nvSpPr>
        <p:spPr>
          <a:xfrm>
            <a:off x="1280795" y="982980"/>
            <a:ext cx="10129520" cy="489204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O commit volta.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index.js sai do staged 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→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 vira deleted (n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o staged).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styles.css continua modificado.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Nada no disco 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é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 apagado.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Desfaz o staging, mas n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o altera seus arquivos.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762000" y="179705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pt-BR" sz="4000">
                <a:solidFill>
                  <a:srgbClr val="F6941C"/>
                </a:solidFill>
                <a:sym typeface="+mn-ea"/>
              </a:rPr>
              <a:t>git reset --hard</a:t>
            </a:r>
            <a:endParaRPr lang="en-US" altLang="pt-BR" sz="4000">
              <a:solidFill>
                <a:srgbClr val="F6941C"/>
              </a:solidFill>
              <a:sym typeface="+mn-ea"/>
            </a:endParaRPr>
          </a:p>
        </p:txBody>
      </p:sp>
      <p:sp>
        <p:nvSpPr>
          <p:cNvPr id="6" name="Google Shape;428;p69"/>
          <p:cNvSpPr txBox="1"/>
          <p:nvPr/>
        </p:nvSpPr>
        <p:spPr>
          <a:xfrm>
            <a:off x="1280795" y="982980"/>
            <a:ext cx="10129520" cy="489204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O commit volta e todas as altera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çõ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es seriam descartadas!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O index.js seria restaurado como estava no commit anterior (n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o mais deletado).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As modifica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çõ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es de styles.css seriam apagadas totalmente.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Arquivos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 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não rastreados 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permaneceriam no diret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ó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rio, mas n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o seriam adicionados ao Git.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Apenas arquivos rastreados voltam para o estado do commit — os 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arquivos 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não rastreados 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continuam no disco.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Apaga tudo o que n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o foi commitado. Perigos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í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ssimo se n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o tiver backup!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m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720" y="1546860"/>
            <a:ext cx="10322560" cy="2971800"/>
          </a:xfrm>
          <a:prstGeom prst="rect">
            <a:avLst/>
          </a:prstGeom>
        </p:spPr>
      </p:pic>
      <p:sp>
        <p:nvSpPr>
          <p:cNvPr id="4" name="Caixa de Texto 3"/>
          <p:cNvSpPr txBox="1"/>
          <p:nvPr/>
        </p:nvSpPr>
        <p:spPr>
          <a:xfrm>
            <a:off x="762000" y="179705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pt-BR" altLang="en-US" sz="4000">
                <a:solidFill>
                  <a:srgbClr val="F6941C"/>
                </a:solidFill>
                <a:sym typeface="+mn-ea"/>
              </a:rPr>
              <a:t>Resumo  </a:t>
            </a:r>
            <a:endParaRPr lang="pt-BR" altLang="en-US" sz="4000">
              <a:solidFill>
                <a:srgbClr val="F6941C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629920" y="179705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pt-BR" altLang="en-US" sz="4000">
                <a:solidFill>
                  <a:srgbClr val="F6941C"/>
                </a:solidFill>
                <a:sym typeface="+mn-ea"/>
              </a:rPr>
              <a:t>G</a:t>
            </a:r>
            <a:r>
              <a:rPr lang="en-US" altLang="pt-BR" sz="4000">
                <a:solidFill>
                  <a:srgbClr val="F6941C"/>
                </a:solidFill>
                <a:sym typeface="+mn-ea"/>
              </a:rPr>
              <a:t>it </a:t>
            </a:r>
            <a:r>
              <a:rPr lang="pt-BR" sz="4000">
                <a:solidFill>
                  <a:srgbClr val="F6941C"/>
                </a:solidFill>
                <a:sym typeface="+mn-ea"/>
              </a:rPr>
              <a:t>restore</a:t>
            </a:r>
            <a:endParaRPr lang="pt-BR" sz="4000">
              <a:solidFill>
                <a:srgbClr val="F6941C"/>
              </a:solidFill>
              <a:sym typeface="+mn-ea"/>
            </a:endParaRPr>
          </a:p>
        </p:txBody>
      </p:sp>
      <p:sp>
        <p:nvSpPr>
          <p:cNvPr id="6" name="Google Shape;428;p69"/>
          <p:cNvSpPr txBox="1"/>
          <p:nvPr/>
        </p:nvSpPr>
        <p:spPr>
          <a:xfrm>
            <a:off x="1280795" y="982980"/>
            <a:ext cx="9919970" cy="489204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pt-BR" altLang="en-US" sz="2000">
                <a:solidFill>
                  <a:schemeClr val="tx1"/>
                </a:solidFill>
                <a:sym typeface="+mn-ea"/>
              </a:rPr>
              <a:t>I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ntroduzido para tornar a a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ç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o de desfazer altera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çõ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es no diret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ó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rio de trabalho e na 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á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rea de staging mais clara e separada do git reset.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Uso principal: Descartar altera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çõ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es locais em arquivos.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Casos de Uso: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Descartar altera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çõ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es no diret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ó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rio de trabalho: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Remover arquivos da 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á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rea de staging (unstage):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endParaRPr lang="en-US" altLang="pt-BR" sz="20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629920" y="179705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pt-BR" altLang="en-US" sz="4000">
                <a:solidFill>
                  <a:srgbClr val="F6941C"/>
                </a:solidFill>
                <a:sym typeface="+mn-ea"/>
              </a:rPr>
              <a:t>G</a:t>
            </a:r>
            <a:r>
              <a:rPr lang="en-US" altLang="pt-BR" sz="4000">
                <a:solidFill>
                  <a:srgbClr val="F6941C"/>
                </a:solidFill>
                <a:sym typeface="+mn-ea"/>
              </a:rPr>
              <a:t>it </a:t>
            </a:r>
            <a:r>
              <a:rPr lang="pt-BR" sz="4000">
                <a:solidFill>
                  <a:srgbClr val="F6941C"/>
                </a:solidFill>
                <a:sym typeface="+mn-ea"/>
              </a:rPr>
              <a:t>restore</a:t>
            </a:r>
            <a:endParaRPr lang="pt-BR" sz="4000">
              <a:solidFill>
                <a:srgbClr val="F6941C"/>
              </a:solidFill>
              <a:sym typeface="+mn-ea"/>
            </a:endParaRPr>
          </a:p>
        </p:txBody>
      </p:sp>
      <p:sp>
        <p:nvSpPr>
          <p:cNvPr id="6" name="Google Shape;428;p69"/>
          <p:cNvSpPr txBox="1"/>
          <p:nvPr/>
        </p:nvSpPr>
        <p:spPr>
          <a:xfrm>
            <a:off x="1280795" y="982980"/>
            <a:ext cx="9919970" cy="489204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15240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Descartar altera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çõ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es no diret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ó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rio de trabalho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lvl="1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Font typeface="Arial" panose="020B0604020202020204" pitchFamily="34" charset="0"/>
              <a:buChar char="•"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git restore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 &lt;arquivo&gt;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60960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Font typeface="Arial" panose="020B0604020202020204" pitchFamily="34" charset="0"/>
              <a:buNone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 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60960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Font typeface="Arial" panose="020B0604020202020204" pitchFamily="34" charset="0"/>
              <a:buNone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Isso descarta quaisquer altera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çõ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es locais n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o preparadas (unstaged).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 </a:t>
            </a:r>
            <a:endParaRPr lang="pt-BR" altLang="en-US" sz="2000">
              <a:solidFill>
                <a:schemeClr val="tx1"/>
              </a:solidFill>
              <a:sym typeface="+mn-ea"/>
            </a:endParaRPr>
          </a:p>
          <a:p>
            <a:pPr marL="60960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Font typeface="Arial" panose="020B0604020202020204" pitchFamily="34" charset="0"/>
              <a:buNone/>
            </a:pPr>
            <a:r>
              <a:rPr lang="pt-BR" altLang="en-US" sz="2000">
                <a:solidFill>
                  <a:schemeClr val="tx1"/>
                </a:solidFill>
                <a:sym typeface="+mn-ea"/>
              </a:rPr>
              <a:t>Parecido c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om 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git reset 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--hard, exceto que arquivos novos n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o ser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o deletados.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60960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Font typeface="Arial" panose="020B0604020202020204" pitchFamily="34" charset="0"/>
              <a:buNone/>
            </a:pP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None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Remover arquivos da 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á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rea de staging (unstage):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lvl="1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Font typeface="Arial" panose="020B0604020202020204" pitchFamily="34" charset="0"/>
              <a:buChar char="•"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git restore --staged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 &lt;arquivo&gt;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60960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Font typeface="Arial" panose="020B0604020202020204" pitchFamily="34" charset="0"/>
              <a:buNone/>
            </a:pPr>
            <a:endParaRPr lang="pt-BR" altLang="en-US" sz="2000">
              <a:solidFill>
                <a:schemeClr val="tx1"/>
              </a:solidFill>
              <a:sym typeface="+mn-ea"/>
            </a:endParaRPr>
          </a:p>
          <a:p>
            <a:pPr marL="60960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Font typeface="Arial" panose="020B0604020202020204" pitchFamily="34" charset="0"/>
              <a:buNone/>
            </a:pPr>
            <a:r>
              <a:rPr lang="pt-BR" altLang="en-US" sz="2000">
                <a:solidFill>
                  <a:schemeClr val="tx1"/>
                </a:solidFill>
                <a:sym typeface="+mn-ea"/>
              </a:rPr>
              <a:t>Exatamente c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om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o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 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git reset 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--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mixed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.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60960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Font typeface="Arial" panose="020B0604020202020204" pitchFamily="34" charset="0"/>
              <a:buNone/>
            </a:pP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lvl="1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Font typeface="Arial" panose="020B0604020202020204" pitchFamily="34" charset="0"/>
              <a:buChar char="•"/>
            </a:pP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lvl="1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200"/>
              <a:buFont typeface="Arial" panose="020B0604020202020204" pitchFamily="34" charset="0"/>
              <a:buChar char="•"/>
            </a:pPr>
            <a:endParaRPr lang="en-US" altLang="pt-BR" sz="20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629920" y="-63500"/>
            <a:ext cx="6096000" cy="6121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pt-BR" altLang="en-US" sz="4000">
                <a:solidFill>
                  <a:srgbClr val="F6941C"/>
                </a:solidFill>
                <a:sym typeface="+mn-ea"/>
              </a:rPr>
              <a:t>Exercícios</a:t>
            </a:r>
            <a:endParaRPr lang="pt-BR" altLang="en-US" sz="4000">
              <a:solidFill>
                <a:srgbClr val="F6941C"/>
              </a:solidFill>
              <a:sym typeface="+mn-ea"/>
            </a:endParaRPr>
          </a:p>
        </p:txBody>
      </p:sp>
      <p:sp>
        <p:nvSpPr>
          <p:cNvPr id="6" name="Google Shape;428;p69"/>
          <p:cNvSpPr txBox="1"/>
          <p:nvPr/>
        </p:nvSpPr>
        <p:spPr>
          <a:xfrm>
            <a:off x="1280795" y="548005"/>
            <a:ext cx="9919970" cy="618680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●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 panose="02000000000000000000"/>
              <a:buChar char="○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Roboto" panose="02000000000000000000"/>
              <a:buChar char="■"/>
              <a:defRPr sz="1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ct val="150000"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Voc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ê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 modificou 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apenas 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um arquivo, mas ainda n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ã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o deu git add. Agora quer descartar completamente essas altera</a:t>
            </a:r>
            <a:r>
              <a:rPr lang="" altLang="en-US" sz="2000">
                <a:solidFill>
                  <a:schemeClr val="tx1"/>
                </a:solidFill>
                <a:sym typeface="+mn-ea"/>
              </a:rPr>
              <a:t>çõ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es.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ct val="150000"/>
              <a:buFont typeface="+mj-lt"/>
              <a:buNone/>
            </a:pPr>
            <a:endParaRPr lang="pt-BR" altLang="en-US" sz="2000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ct val="150000"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Voc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ê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 j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á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 usou git add em um arquivo por engano e quer remov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ê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-lo da 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á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rea de staging, mas sem perder as altera</a:t>
            </a:r>
            <a:r>
              <a:rPr lang="" altLang="en-US" sz="2000">
                <a:solidFill>
                  <a:schemeClr val="tx1"/>
                </a:solidFill>
                <a:sym typeface="+mn-ea"/>
              </a:rPr>
              <a:t>çõ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es feitas nele.</a:t>
            </a:r>
            <a:r>
              <a:rPr lang="pt-BR" altLang="en-US" sz="2000">
                <a:solidFill>
                  <a:schemeClr val="tx1"/>
                </a:solidFill>
                <a:sym typeface="+mn-ea"/>
              </a:rPr>
              <a:t> </a:t>
            </a:r>
            <a:endParaRPr lang="pt-BR" altLang="en-US" sz="2000">
              <a:solidFill>
                <a:schemeClr val="tx1"/>
              </a:solidFill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ct val="150000"/>
              <a:buFont typeface="+mj-lt"/>
              <a:buNone/>
            </a:pPr>
            <a:endParaRPr lang="pt-BR" altLang="en-US" sz="2000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ct val="150000"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Voc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ê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 fez altera</a:t>
            </a:r>
            <a:r>
              <a:rPr lang="" altLang="en-US" sz="2000">
                <a:solidFill>
                  <a:schemeClr val="tx1"/>
                </a:solidFill>
                <a:sym typeface="+mn-ea"/>
              </a:rPr>
              <a:t>çõ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es em v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á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rios arquivos e quer remover todos eles do staging de uma vez, sem perder nada no diret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ó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rio de trabalho.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ct val="150000"/>
            </a:pP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ct val="150000"/>
            </a:pPr>
            <a:r>
              <a:rPr lang="en-US" altLang="pt-BR" sz="2000">
                <a:solidFill>
                  <a:schemeClr val="tx1"/>
                </a:solidFill>
                <a:sym typeface="+mn-ea"/>
              </a:rPr>
              <a:t>Voc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ê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 quer voltar um commit para tr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á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s, mas manter todas as altera</a:t>
            </a:r>
            <a:r>
              <a:rPr lang="" altLang="en-US" sz="2000">
                <a:solidFill>
                  <a:schemeClr val="tx1"/>
                </a:solidFill>
                <a:sym typeface="+mn-ea"/>
              </a:rPr>
              <a:t>çõ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es ainda no diret</a:t>
            </a:r>
            <a:r>
              <a:rPr lang="en-US" altLang="en-US" sz="2000">
                <a:solidFill>
                  <a:schemeClr val="tx1"/>
                </a:solidFill>
                <a:sym typeface="+mn-ea"/>
              </a:rPr>
              <a:t>ó</a:t>
            </a:r>
            <a:r>
              <a:rPr lang="en-US" altLang="pt-BR" sz="2000">
                <a:solidFill>
                  <a:schemeClr val="tx1"/>
                </a:solidFill>
                <a:sym typeface="+mn-ea"/>
              </a:rPr>
              <a:t>rio de trabalho.</a:t>
            </a:r>
            <a:endParaRPr lang="en-US" altLang="pt-BR" sz="2000">
              <a:solidFill>
                <a:schemeClr val="tx1"/>
              </a:solidFill>
              <a:sym typeface="+mn-ea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ct val="150000"/>
            </a:pPr>
            <a:endParaRPr lang="en-US" altLang="pt-BR" sz="20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5" name="Google Shape;475;p76"/>
          <p:cNvSpPr txBox="1"/>
          <p:nvPr/>
        </p:nvSpPr>
        <p:spPr>
          <a:xfrm>
            <a:off x="1165860" y="3961130"/>
            <a:ext cx="9860280" cy="10128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F6941C"/>
                </a:solidFill>
              </a:rPr>
              <a:t>Etapa 3 -</a:t>
            </a:r>
            <a:r>
              <a:rPr lang="pt-BR" sz="4800">
                <a:solidFill>
                  <a:srgbClr val="F6941C"/>
                </a:solidFill>
                <a:sym typeface="+mn-ea"/>
              </a:rPr>
              <a:t> Repositório Remoto</a:t>
            </a:r>
            <a:endParaRPr lang="pt-BR" sz="4800">
              <a:solidFill>
                <a:srgbClr val="F6941C"/>
              </a:solidFill>
            </a:endParaRPr>
          </a:p>
        </p:txBody>
      </p:sp>
      <p:pic>
        <p:nvPicPr>
          <p:cNvPr id="510" name="Google Shape;510;p81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181300" y="299000"/>
            <a:ext cx="3829402" cy="358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9" name="Google Shape;509;p81"/>
          <p:cNvSpPr txBox="1"/>
          <p:nvPr/>
        </p:nvSpPr>
        <p:spPr>
          <a:xfrm>
            <a:off x="680720" y="4251960"/>
            <a:ext cx="10830560" cy="10128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pt-BR" sz="4800">
              <a:solidFill>
                <a:srgbClr val="F6941C"/>
              </a:solidFill>
            </a:endParaRPr>
          </a:p>
        </p:txBody>
      </p:sp>
      <p:pic>
        <p:nvPicPr>
          <p:cNvPr id="476" name="Google Shape;476;p7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377525" y="594475"/>
            <a:ext cx="3436950" cy="343695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76"/>
          <p:cNvSpPr txBox="1"/>
          <p:nvPr/>
        </p:nvSpPr>
        <p:spPr>
          <a:xfrm>
            <a:off x="1165860" y="3961130"/>
            <a:ext cx="9860280" cy="10128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F6941C"/>
                </a:solidFill>
              </a:rPr>
              <a:t>Conectando com o Github</a:t>
            </a:r>
            <a:endParaRPr lang="pt-BR" sz="4800">
              <a:solidFill>
                <a:srgbClr val="F6941C"/>
              </a:solidFill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946785" y="30035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 sz="3600" b="1">
                <a:solidFill>
                  <a:srgbClr val="00408C"/>
                </a:solidFill>
                <a:sym typeface="+mn-ea"/>
              </a:rPr>
              <a:t>Github</a:t>
            </a:r>
            <a:endParaRPr lang="en-US" altLang="pt-BR" sz="3600" b="1">
              <a:solidFill>
                <a:srgbClr val="00408C"/>
              </a:solidFill>
              <a:sym typeface="+mn-ea"/>
            </a:endParaRPr>
          </a:p>
        </p:txBody>
      </p:sp>
      <p:sp>
        <p:nvSpPr>
          <p:cNvPr id="2" name="Caixa de Texto 1"/>
          <p:cNvSpPr txBox="1"/>
          <p:nvPr/>
        </p:nvSpPr>
        <p:spPr>
          <a:xfrm>
            <a:off x="946785" y="1320800"/>
            <a:ext cx="5345430" cy="4458335"/>
          </a:xfrm>
          <a:prstGeom prst="rect">
            <a:avLst/>
          </a:prstGeom>
        </p:spPr>
        <p:txBody>
          <a:bodyPr>
            <a:noAutofit/>
          </a:bodyPr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pt-BR" sz="1600">
                <a:sym typeface="+mn-ea"/>
              </a:rPr>
              <a:t>Criar repositório(Github)</a:t>
            </a:r>
            <a:endParaRPr lang="pt-BR" sz="1600">
              <a:sym typeface="+mn-ea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pt-BR" sz="1600">
                <a:sym typeface="+mn-ea"/>
              </a:rPr>
              <a:t>seuUsuario.github.io</a:t>
            </a:r>
            <a:endParaRPr lang="pt-BR" sz="1600">
              <a:sym typeface="+mn-ea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pt-BR" sz="1600"/>
              <a:t>Adicionar Descrição</a:t>
            </a:r>
            <a:endParaRPr lang="pt-BR" sz="16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endParaRPr lang="en-US" altLang="pt-BR" sz="160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3835" y="127000"/>
            <a:ext cx="5803900" cy="5521325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946785" y="300355"/>
            <a:ext cx="6096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 sz="3600" b="1">
                <a:solidFill>
                  <a:srgbClr val="00408C"/>
                </a:solidFill>
                <a:sym typeface="+mn-ea"/>
              </a:rPr>
              <a:t>Github</a:t>
            </a:r>
            <a:endParaRPr lang="en-US" altLang="pt-BR" sz="3600" b="1">
              <a:solidFill>
                <a:srgbClr val="00408C"/>
              </a:solidFill>
              <a:sym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pt-BR" sz="3600" b="1">
              <a:solidFill>
                <a:srgbClr val="00408C"/>
              </a:solidFill>
              <a:sym typeface="+mn-ea"/>
            </a:endParaRPr>
          </a:p>
        </p:txBody>
      </p:sp>
      <p:sp>
        <p:nvSpPr>
          <p:cNvPr id="2" name="Caixa de Texto 1"/>
          <p:cNvSpPr txBox="1"/>
          <p:nvPr/>
        </p:nvSpPr>
        <p:spPr>
          <a:xfrm>
            <a:off x="946785" y="1320800"/>
            <a:ext cx="10644505" cy="4458335"/>
          </a:xfrm>
          <a:prstGeom prst="rect">
            <a:avLst/>
          </a:prstGeom>
        </p:spPr>
        <p:txBody>
          <a:bodyPr>
            <a:noAutofit/>
          </a:bodyPr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altLang="pt-BR" sz="2400"/>
              <a:t>No nome do reposit</a:t>
            </a:r>
            <a:r>
              <a:rPr lang="en-US" altLang="en-US" sz="2400"/>
              <a:t>ó</a:t>
            </a:r>
            <a:r>
              <a:rPr lang="en-US" altLang="pt-BR" sz="2400"/>
              <a:t>rio, clique em</a:t>
            </a:r>
            <a:r>
              <a:rPr lang="pt-BR" altLang="en-US" sz="2400"/>
              <a:t> </a:t>
            </a:r>
            <a:r>
              <a:rPr lang="en-US" altLang="pt-BR" sz="2400">
                <a:sym typeface="+mn-ea"/>
              </a:rPr>
              <a:t>Configura</a:t>
            </a:r>
            <a:r>
              <a:rPr lang="en-US" altLang="en-US" sz="2400">
                <a:sym typeface="+mn-ea"/>
              </a:rPr>
              <a:t>çõ</a:t>
            </a:r>
            <a:r>
              <a:rPr lang="en-US" altLang="pt-BR" sz="2400">
                <a:sym typeface="+mn-ea"/>
              </a:rPr>
              <a:t>es</a:t>
            </a:r>
            <a:r>
              <a:rPr lang="pt-BR" altLang="en-US" sz="2400">
                <a:sym typeface="+mn-ea"/>
              </a:rPr>
              <a:t> (</a:t>
            </a:r>
            <a:r>
              <a:rPr lang="en-US" altLang="pt-BR" sz="2400"/>
              <a:t>Settings</a:t>
            </a:r>
            <a:r>
              <a:rPr lang="pt-BR" altLang="en-US" sz="2400"/>
              <a:t>)</a:t>
            </a:r>
            <a:r>
              <a:rPr lang="en-US" altLang="pt-BR" sz="2400"/>
              <a:t>. Caso n</a:t>
            </a:r>
            <a:r>
              <a:rPr lang="en-US" altLang="en-US" sz="2400"/>
              <a:t>ã</a:t>
            </a:r>
            <a:r>
              <a:rPr lang="en-US" altLang="pt-BR" sz="2400"/>
              <a:t>o consiga ver a guia Configura</a:t>
            </a:r>
            <a:r>
              <a:rPr lang="en-US" altLang="en-US" sz="2400"/>
              <a:t>çõ</a:t>
            </a:r>
            <a:r>
              <a:rPr lang="en-US" altLang="pt-BR" sz="2400"/>
              <a:t>es, selecione o menu suspenso  , clique em Configura</a:t>
            </a:r>
            <a:r>
              <a:rPr lang="en-US" altLang="en-US" sz="2400"/>
              <a:t>çõ</a:t>
            </a:r>
            <a:r>
              <a:rPr lang="en-US" altLang="pt-BR" sz="2400"/>
              <a:t>es.</a:t>
            </a:r>
            <a:endParaRPr lang="en-US" altLang="pt-BR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altLang="pt-BR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altLang="pt-BR" sz="2400"/>
              <a:t>Na se</a:t>
            </a:r>
            <a:r>
              <a:rPr lang="en-US" altLang="en-US" sz="2400"/>
              <a:t>ç</a:t>
            </a:r>
            <a:r>
              <a:rPr lang="en-US" altLang="en-US" sz="2400"/>
              <a:t>ã</a:t>
            </a:r>
            <a:r>
              <a:rPr lang="en-US" altLang="pt-BR" sz="2400"/>
              <a:t>o "Code and automation" da barra lateral, clique em  Pages.</a:t>
            </a:r>
            <a:endParaRPr lang="en-US" altLang="pt-BR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altLang="pt-BR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altLang="pt-BR" sz="2400"/>
              <a:t>Em "Build e implanta</a:t>
            </a:r>
            <a:r>
              <a:rPr lang="en-US" altLang="en-US" sz="2400"/>
              <a:t>ç</a:t>
            </a:r>
            <a:r>
              <a:rPr lang="en-US" altLang="en-US" sz="2400"/>
              <a:t>ã</a:t>
            </a:r>
            <a:r>
              <a:rPr lang="en-US" altLang="pt-BR" sz="2400"/>
              <a:t>o", em "Fonte", selecione Fazer implanta</a:t>
            </a:r>
            <a:r>
              <a:rPr lang="en-US" altLang="en-US" sz="2400"/>
              <a:t>ç</a:t>
            </a:r>
            <a:r>
              <a:rPr lang="en-US" altLang="en-US" sz="2400"/>
              <a:t>ã</a:t>
            </a:r>
            <a:r>
              <a:rPr lang="en-US" altLang="pt-BR" sz="2400"/>
              <a:t>o de um branch.</a:t>
            </a:r>
            <a:endParaRPr lang="en-US" altLang="pt-BR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altLang="pt-BR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altLang="pt-BR" sz="2400"/>
              <a:t>Em "Build e implanta</a:t>
            </a:r>
            <a:r>
              <a:rPr lang="en-US" altLang="en-US" sz="2400"/>
              <a:t>ç</a:t>
            </a:r>
            <a:r>
              <a:rPr lang="en-US" altLang="en-US" sz="2400"/>
              <a:t>ã</a:t>
            </a:r>
            <a:r>
              <a:rPr lang="en-US" altLang="pt-BR" sz="2400"/>
              <a:t>o", em "Branch", use o menu suspenso do branch e selecione uma fonte de publica</a:t>
            </a:r>
            <a:r>
              <a:rPr lang="en-US" altLang="en-US" sz="2400"/>
              <a:t>ç</a:t>
            </a:r>
            <a:r>
              <a:rPr lang="en-US" altLang="en-US" sz="2400"/>
              <a:t>ã</a:t>
            </a:r>
            <a:r>
              <a:rPr lang="en-US" altLang="pt-BR" sz="2400"/>
              <a:t>o.</a:t>
            </a:r>
            <a:endParaRPr lang="en-US" altLang="pt-BR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altLang="pt-BR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altLang="pt-BR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altLang="pt-BR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altLang="pt-BR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altLang="pt-BR" sz="2400"/>
          </a:p>
        </p:txBody>
      </p:sp>
      <p:sp>
        <p:nvSpPr>
          <p:cNvPr id="3" name="Caixa de Texto 2"/>
          <p:cNvSpPr txBox="1"/>
          <p:nvPr/>
        </p:nvSpPr>
        <p:spPr>
          <a:xfrm>
            <a:off x="1327785" y="798830"/>
            <a:ext cx="72739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pt-BR" altLang="en-US" sz="2400" b="1">
                <a:solidFill>
                  <a:srgbClr val="00408C"/>
                </a:solidFill>
                <a:sym typeface="+mn-ea"/>
              </a:rPr>
              <a:t>Configuração </a:t>
            </a:r>
            <a:r>
              <a:rPr lang="en-US" altLang="pt-BR" sz="2400" b="1">
                <a:solidFill>
                  <a:srgbClr val="00408C"/>
                </a:solidFill>
                <a:sym typeface="+mn-ea"/>
              </a:rPr>
              <a:t>r</a:t>
            </a:r>
            <a:r>
              <a:rPr lang="en-US" altLang="en-US" sz="2400" b="1">
                <a:solidFill>
                  <a:srgbClr val="00408C"/>
                </a:solidFill>
                <a:sym typeface="+mn-ea"/>
              </a:rPr>
              <a:t>á</a:t>
            </a:r>
            <a:r>
              <a:rPr lang="en-US" altLang="pt-BR" sz="2400" b="1">
                <a:solidFill>
                  <a:srgbClr val="00408C"/>
                </a:solidFill>
                <a:sym typeface="+mn-ea"/>
              </a:rPr>
              <a:t>pid</a:t>
            </a:r>
            <a:r>
              <a:rPr lang="pt-BR" altLang="en-US" sz="2400" b="1">
                <a:solidFill>
                  <a:srgbClr val="00408C"/>
                </a:solidFill>
                <a:sym typeface="+mn-ea"/>
              </a:rPr>
              <a:t>a</a:t>
            </a:r>
            <a:r>
              <a:rPr lang="en-US" altLang="pt-BR" sz="2400" b="1">
                <a:solidFill>
                  <a:srgbClr val="00408C"/>
                </a:solidFill>
                <a:sym typeface="+mn-ea"/>
              </a:rPr>
              <a:t> para o GitHub Pages</a:t>
            </a:r>
            <a:endParaRPr lang="en-US" altLang="pt-BR" sz="2400" b="1">
              <a:solidFill>
                <a:srgbClr val="00408C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Imagem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7785" y="1631950"/>
            <a:ext cx="9030970" cy="4610100"/>
          </a:xfrm>
          <a:prstGeom prst="rect">
            <a:avLst/>
          </a:prstGeom>
        </p:spPr>
      </p:pic>
      <p:cxnSp>
        <p:nvCxnSpPr>
          <p:cNvPr id="6" name="Conector de Seta Reta 5"/>
          <p:cNvCxnSpPr/>
          <p:nvPr/>
        </p:nvCxnSpPr>
        <p:spPr>
          <a:xfrm flipH="1" flipV="1">
            <a:off x="7566660" y="1037590"/>
            <a:ext cx="1513205" cy="1047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Conector de Seta Reta 6"/>
          <p:cNvCxnSpPr/>
          <p:nvPr/>
        </p:nvCxnSpPr>
        <p:spPr>
          <a:xfrm>
            <a:off x="1193800" y="5402580"/>
            <a:ext cx="889000" cy="7156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Caixa de Texto 7"/>
          <p:cNvSpPr txBox="1"/>
          <p:nvPr/>
        </p:nvSpPr>
        <p:spPr>
          <a:xfrm>
            <a:off x="946785" y="300355"/>
            <a:ext cx="6096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 sz="3600" b="1">
                <a:solidFill>
                  <a:srgbClr val="00408C"/>
                </a:solidFill>
                <a:sym typeface="+mn-ea"/>
              </a:rPr>
              <a:t>Github</a:t>
            </a:r>
            <a:endParaRPr lang="en-US" altLang="pt-BR" sz="3600" b="1">
              <a:solidFill>
                <a:srgbClr val="00408C"/>
              </a:solidFill>
              <a:sym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pt-BR" sz="3600" b="1">
              <a:solidFill>
                <a:srgbClr val="00408C"/>
              </a:solidFill>
              <a:sym typeface="+mn-ea"/>
            </a:endParaRPr>
          </a:p>
        </p:txBody>
      </p:sp>
      <p:sp>
        <p:nvSpPr>
          <p:cNvPr id="9" name="Caixa de Texto 8"/>
          <p:cNvSpPr txBox="1"/>
          <p:nvPr/>
        </p:nvSpPr>
        <p:spPr>
          <a:xfrm>
            <a:off x="1327785" y="798830"/>
            <a:ext cx="72739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pt-BR" altLang="en-US" sz="2400" b="1">
                <a:solidFill>
                  <a:srgbClr val="00408C"/>
                </a:solidFill>
                <a:sym typeface="+mn-ea"/>
              </a:rPr>
              <a:t>Configuração </a:t>
            </a:r>
            <a:r>
              <a:rPr lang="en-US" altLang="pt-BR" sz="2400" b="1">
                <a:solidFill>
                  <a:srgbClr val="00408C"/>
                </a:solidFill>
                <a:sym typeface="+mn-ea"/>
              </a:rPr>
              <a:t>r</a:t>
            </a:r>
            <a:r>
              <a:rPr lang="en-US" altLang="en-US" sz="2400" b="1">
                <a:solidFill>
                  <a:srgbClr val="00408C"/>
                </a:solidFill>
                <a:sym typeface="+mn-ea"/>
              </a:rPr>
              <a:t>á</a:t>
            </a:r>
            <a:r>
              <a:rPr lang="en-US" altLang="pt-BR" sz="2400" b="1">
                <a:solidFill>
                  <a:srgbClr val="00408C"/>
                </a:solidFill>
                <a:sym typeface="+mn-ea"/>
              </a:rPr>
              <a:t>pid</a:t>
            </a:r>
            <a:r>
              <a:rPr lang="pt-BR" altLang="en-US" sz="2400" b="1">
                <a:solidFill>
                  <a:srgbClr val="00408C"/>
                </a:solidFill>
                <a:sym typeface="+mn-ea"/>
              </a:rPr>
              <a:t>a</a:t>
            </a:r>
            <a:r>
              <a:rPr lang="en-US" altLang="pt-BR" sz="2400" b="1">
                <a:solidFill>
                  <a:srgbClr val="00408C"/>
                </a:solidFill>
                <a:sym typeface="+mn-ea"/>
              </a:rPr>
              <a:t> para o GitHub Pages</a:t>
            </a:r>
            <a:endParaRPr lang="en-US" altLang="pt-BR" sz="2400" b="1">
              <a:solidFill>
                <a:srgbClr val="00408C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aixa de Texto 1"/>
          <p:cNvSpPr txBox="1"/>
          <p:nvPr/>
        </p:nvSpPr>
        <p:spPr>
          <a:xfrm>
            <a:off x="1016000" y="433070"/>
            <a:ext cx="60960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pt-BR" sz="4800">
                <a:solidFill>
                  <a:srgbClr val="F6941C"/>
                </a:solidFill>
                <a:sym typeface="+mn-ea"/>
              </a:rPr>
              <a:t>Repositório Remoto</a:t>
            </a:r>
            <a:endParaRPr lang="pt-BR" altLang="en-US" sz="4800">
              <a:solidFill>
                <a:srgbClr val="F6941C"/>
              </a:solidFill>
              <a:sym typeface="+mn-ea"/>
            </a:endParaRPr>
          </a:p>
        </p:txBody>
      </p:sp>
      <p:sp>
        <p:nvSpPr>
          <p:cNvPr id="3" name="Caixa de Texto 2"/>
          <p:cNvSpPr txBox="1"/>
          <p:nvPr/>
        </p:nvSpPr>
        <p:spPr>
          <a:xfrm>
            <a:off x="946785" y="1412240"/>
            <a:ext cx="10644505" cy="4458335"/>
          </a:xfrm>
          <a:prstGeom prst="rect">
            <a:avLst/>
          </a:prstGeom>
        </p:spPr>
        <p:txBody>
          <a:bodyPr>
            <a:noAutofit/>
          </a:bodyPr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altLang="pt-BR" sz="2400"/>
              <a:t>O reposit</a:t>
            </a:r>
            <a:r>
              <a:rPr lang="en-US" altLang="en-US" sz="2400"/>
              <a:t>ó</a:t>
            </a:r>
            <a:r>
              <a:rPr lang="en-US" altLang="pt-BR" sz="2400"/>
              <a:t>rio que voc</a:t>
            </a:r>
            <a:r>
              <a:rPr lang="en-US" altLang="en-US" sz="2400"/>
              <a:t>ê</a:t>
            </a:r>
            <a:r>
              <a:rPr lang="en-US" altLang="pt-BR" sz="2400"/>
              <a:t> tem salvo na sua m</a:t>
            </a:r>
            <a:r>
              <a:rPr lang="en-US" altLang="en-US" sz="2400"/>
              <a:t>á</a:t>
            </a:r>
            <a:r>
              <a:rPr lang="en-US" altLang="pt-BR" sz="2400"/>
              <a:t>quina local </a:t>
            </a:r>
            <a:r>
              <a:rPr lang="en-US" altLang="en-US" sz="2400"/>
              <a:t>é</a:t>
            </a:r>
            <a:r>
              <a:rPr lang="en-US" altLang="pt-BR" sz="2400"/>
              <a:t> um reposit</a:t>
            </a:r>
            <a:r>
              <a:rPr lang="en-US" altLang="en-US" sz="2400"/>
              <a:t>ó</a:t>
            </a:r>
            <a:r>
              <a:rPr lang="en-US" altLang="pt-BR" sz="2400"/>
              <a:t>rio independente.</a:t>
            </a:r>
            <a:endParaRPr lang="en-US" altLang="pt-BR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altLang="pt-BR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altLang="pt-BR" sz="2400"/>
              <a:t>O reposit</a:t>
            </a:r>
            <a:r>
              <a:rPr lang="en-US" altLang="en-US" sz="2400"/>
              <a:t>ó</a:t>
            </a:r>
            <a:r>
              <a:rPr lang="en-US" altLang="pt-BR" sz="2400"/>
              <a:t>rio local </a:t>
            </a:r>
            <a:r>
              <a:rPr lang="en-US" altLang="en-US" sz="2400"/>
              <a:t>é</a:t>
            </a:r>
            <a:r>
              <a:rPr lang="en-US" altLang="pt-BR" sz="2400"/>
              <a:t> uma c</a:t>
            </a:r>
            <a:r>
              <a:rPr lang="en-US" altLang="en-US" sz="2400"/>
              <a:t>ó</a:t>
            </a:r>
            <a:r>
              <a:rPr lang="en-US" altLang="pt-BR" sz="2400"/>
              <a:t>pia do c</a:t>
            </a:r>
            <a:r>
              <a:rPr lang="en-US" altLang="en-US" sz="2400"/>
              <a:t>ó</a:t>
            </a:r>
            <a:r>
              <a:rPr lang="en-US" altLang="pt-BR" sz="2400"/>
              <a:t>digo-fonte que fica no seu computador e onde voc</a:t>
            </a:r>
            <a:r>
              <a:rPr lang="en-US" altLang="en-US" sz="2400"/>
              <a:t>ê</a:t>
            </a:r>
            <a:r>
              <a:rPr lang="en-US" altLang="pt-BR" sz="2400"/>
              <a:t> faz as altera</a:t>
            </a:r>
            <a:r>
              <a:rPr lang="en-US" altLang="en-US" sz="2400"/>
              <a:t>çõ</a:t>
            </a:r>
            <a:r>
              <a:rPr lang="en-US" altLang="pt-BR" sz="2400"/>
              <a:t>es e commits</a:t>
            </a:r>
            <a:r>
              <a:rPr lang="pt-BR" altLang="en-US" sz="2400"/>
              <a:t>.</a:t>
            </a:r>
            <a:endParaRPr lang="pt-BR" altLang="en-US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pt-BR" altLang="en-US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altLang="en-US" sz="2400"/>
              <a:t>O</a:t>
            </a:r>
            <a:r>
              <a:rPr lang="en-US" altLang="pt-BR" sz="2400"/>
              <a:t> reposit</a:t>
            </a:r>
            <a:r>
              <a:rPr lang="en-US" altLang="en-US" sz="2400"/>
              <a:t>ó</a:t>
            </a:r>
            <a:r>
              <a:rPr lang="en-US" altLang="pt-BR" sz="2400"/>
              <a:t>rio remoto </a:t>
            </a:r>
            <a:r>
              <a:rPr lang="en-US" altLang="en-US" sz="2400"/>
              <a:t>é</a:t>
            </a:r>
            <a:r>
              <a:rPr lang="en-US" altLang="pt-BR" sz="2400"/>
              <a:t> uma c</a:t>
            </a:r>
            <a:r>
              <a:rPr lang="en-US" altLang="en-US" sz="2400"/>
              <a:t>ó</a:t>
            </a:r>
            <a:r>
              <a:rPr lang="en-US" altLang="pt-BR" sz="2400"/>
              <a:t>pia hospedada em um servidor (como GitHub) usada para colabora</a:t>
            </a:r>
            <a:r>
              <a:rPr lang="en-US" altLang="en-US" sz="2400"/>
              <a:t>ç</a:t>
            </a:r>
            <a:r>
              <a:rPr lang="en-US" altLang="en-US" sz="2400"/>
              <a:t>ã</a:t>
            </a:r>
            <a:r>
              <a:rPr lang="en-US" altLang="pt-BR" sz="2400"/>
              <a:t>o e backup.</a:t>
            </a:r>
            <a:endParaRPr lang="en-US" altLang="pt-BR" sz="240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Imagem 3"/>
          <p:cNvPicPr/>
          <p:nvPr/>
        </p:nvPicPr>
        <p:blipFill>
          <a:blip r:embed="rId1"/>
          <a:stretch>
            <a:fillRect/>
          </a:stretch>
        </p:blipFill>
        <p:spPr>
          <a:xfrm>
            <a:off x="3351530" y="883920"/>
            <a:ext cx="4762500" cy="476250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1139825" y="50101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 sz="3600">
                <a:solidFill>
                  <a:srgbClr val="F6941C"/>
                </a:solidFill>
                <a:sym typeface="+mn-ea"/>
              </a:rPr>
              <a:t>Alternativas</a:t>
            </a:r>
            <a:endParaRPr lang="en-US" altLang="pt-BR" sz="3600">
              <a:solidFill>
                <a:srgbClr val="F6941C"/>
              </a:solidFill>
              <a:sym typeface="+mn-ea"/>
            </a:endParaRPr>
          </a:p>
        </p:txBody>
      </p:sp>
      <p:sp>
        <p:nvSpPr>
          <p:cNvPr id="3" name="Caixa de Texto 2"/>
          <p:cNvSpPr txBox="1"/>
          <p:nvPr/>
        </p:nvSpPr>
        <p:spPr>
          <a:xfrm>
            <a:off x="711200" y="-64770"/>
            <a:ext cx="60960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pt-BR" sz="4800">
                <a:solidFill>
                  <a:srgbClr val="F6941C"/>
                </a:solidFill>
                <a:sym typeface="+mn-ea"/>
              </a:rPr>
              <a:t>Repositório Remoto</a:t>
            </a:r>
            <a:endParaRPr lang="pt-BR" altLang="en-US" sz="4800">
              <a:solidFill>
                <a:srgbClr val="F6941C"/>
              </a:solidFill>
              <a:sym typeface="+mn-ea"/>
            </a:endParaRPr>
          </a:p>
        </p:txBody>
      </p:sp>
      <p:pic>
        <p:nvPicPr>
          <p:cNvPr id="263" name="Google Shape;263;p4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67367" y="965302"/>
            <a:ext cx="6968424" cy="258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4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2814999" y="3263480"/>
            <a:ext cx="6968425" cy="2477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4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707755" y="196850"/>
            <a:ext cx="2885440" cy="290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aixa de Texto 4"/>
          <p:cNvSpPr txBox="1"/>
          <p:nvPr/>
        </p:nvSpPr>
        <p:spPr>
          <a:xfrm>
            <a:off x="8929370" y="2795905"/>
            <a:ext cx="3087370" cy="894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pt-BR" altLang="en-US" b="1"/>
              <a:t> Repositório Azure Git</a:t>
            </a:r>
            <a:endParaRPr lang="pt-BR" altLang="en-US" b="1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9" name="Google Shape;509;p81"/>
          <p:cNvSpPr txBox="1"/>
          <p:nvPr/>
        </p:nvSpPr>
        <p:spPr>
          <a:xfrm>
            <a:off x="680720" y="4251960"/>
            <a:ext cx="10830560" cy="10128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pt-BR" sz="4800">
              <a:solidFill>
                <a:srgbClr val="F6941C"/>
              </a:solidFill>
            </a:endParaRPr>
          </a:p>
        </p:txBody>
      </p:sp>
      <p:sp>
        <p:nvSpPr>
          <p:cNvPr id="475" name="Google Shape;475;p76"/>
          <p:cNvSpPr txBox="1"/>
          <p:nvPr/>
        </p:nvSpPr>
        <p:spPr>
          <a:xfrm>
            <a:off x="1165860" y="3961130"/>
            <a:ext cx="9860280" cy="10128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F6941C"/>
                </a:solidFill>
              </a:rPr>
              <a:t>Clonando Repositórios Remotos</a:t>
            </a:r>
            <a:endParaRPr lang="pt-BR" sz="4800">
              <a:solidFill>
                <a:srgbClr val="F6941C"/>
              </a:solidFill>
            </a:endParaRPr>
          </a:p>
        </p:txBody>
      </p:sp>
      <p:pic>
        <p:nvPicPr>
          <p:cNvPr id="2" name="Imagem 1"/>
          <p:cNvPicPr/>
          <p:nvPr/>
        </p:nvPicPr>
        <p:blipFill>
          <a:blip r:embed="rId1"/>
          <a:stretch>
            <a:fillRect/>
          </a:stretch>
        </p:blipFill>
        <p:spPr>
          <a:xfrm>
            <a:off x="3272155" y="650240"/>
            <a:ext cx="5226050" cy="3266440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946785" y="300355"/>
            <a:ext cx="609600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en-US" sz="4400">
                <a:solidFill>
                  <a:schemeClr val="tx1"/>
                </a:solidFill>
                <a:sym typeface="+mn-ea"/>
              </a:rPr>
              <a:t>Git Clone</a:t>
            </a:r>
            <a:endParaRPr lang="pt-BR" altLang="en-US" sz="440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Caixa de Texto 2"/>
          <p:cNvSpPr txBox="1"/>
          <p:nvPr/>
        </p:nvSpPr>
        <p:spPr>
          <a:xfrm>
            <a:off x="946785" y="1320800"/>
            <a:ext cx="9859645" cy="4192905"/>
          </a:xfrm>
          <a:prstGeom prst="rect">
            <a:avLst/>
          </a:prstGeom>
        </p:spPr>
        <p:txBody>
          <a:bodyPr>
            <a:noAutofit/>
          </a:bodyPr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5000"/>
              <a:buNone/>
            </a:pPr>
            <a:r>
              <a:rPr lang="pt-BR" altLang="en-US" sz="2400"/>
              <a:t>A</a:t>
            </a:r>
            <a:r>
              <a:rPr lang="en-US" altLang="pt-BR" sz="2400"/>
              <a:t> porta de entrada para o ecossistema de controle de vers</a:t>
            </a:r>
            <a:r>
              <a:rPr lang="en-US" altLang="en-US" sz="2400"/>
              <a:t>ã</a:t>
            </a:r>
            <a:r>
              <a:rPr lang="en-US" altLang="pt-BR" sz="2400"/>
              <a:t>o distribu</a:t>
            </a:r>
            <a:r>
              <a:rPr lang="en-US" altLang="en-US" sz="2400"/>
              <a:t>í</a:t>
            </a:r>
            <a:r>
              <a:rPr lang="en-US" altLang="pt-BR" sz="2400"/>
              <a:t>do do Git, permitindo que equipes trabalhem de forma organizada, transparente e eficiente em projetos de c</a:t>
            </a:r>
            <a:r>
              <a:rPr lang="en-US" altLang="en-US" sz="2400"/>
              <a:t>ó</a:t>
            </a:r>
            <a:r>
              <a:rPr lang="en-US" altLang="pt-BR" sz="2400"/>
              <a:t>digo.</a:t>
            </a:r>
            <a:endParaRPr lang="en-US" altLang="pt-BR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5000"/>
              <a:buNone/>
            </a:pPr>
            <a:endParaRPr lang="en-US" altLang="pt-BR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5000"/>
              <a:buNone/>
            </a:pPr>
            <a:r>
              <a:rPr lang="pt-BR" altLang="en-US" sz="2400"/>
              <a:t>Ele</a:t>
            </a:r>
            <a:r>
              <a:rPr lang="en-US" altLang="pt-BR" sz="2400"/>
              <a:t> cria uma c</a:t>
            </a:r>
            <a:r>
              <a:rPr lang="en-US" altLang="en-US" sz="2400"/>
              <a:t>ó</a:t>
            </a:r>
            <a:r>
              <a:rPr lang="en-US" altLang="pt-BR" sz="2400"/>
              <a:t>pia completa de um reposit</a:t>
            </a:r>
            <a:r>
              <a:rPr lang="en-US" altLang="en-US" sz="2400"/>
              <a:t>ó</a:t>
            </a:r>
            <a:r>
              <a:rPr lang="en-US" altLang="pt-BR" sz="2400"/>
              <a:t>rio existente em um novo diret</a:t>
            </a:r>
            <a:r>
              <a:rPr lang="en-US" altLang="en-US" sz="2400"/>
              <a:t>ó</a:t>
            </a:r>
            <a:r>
              <a:rPr lang="en-US" altLang="pt-BR" sz="2400"/>
              <a:t>rio na sua m</a:t>
            </a:r>
            <a:r>
              <a:rPr lang="en-US" altLang="en-US" sz="2400"/>
              <a:t>á</a:t>
            </a:r>
            <a:r>
              <a:rPr lang="en-US" altLang="pt-BR" sz="2400"/>
              <a:t>quina local.</a:t>
            </a:r>
            <a:r>
              <a:rPr lang="en-US" altLang="pt-BR" sz="2400"/>
              <a:t> </a:t>
            </a:r>
            <a:endParaRPr lang="en-US" altLang="pt-BR" sz="240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9" name="Google Shape;519;p83"/>
          <p:cNvSpPr txBox="1"/>
          <p:nvPr/>
        </p:nvSpPr>
        <p:spPr>
          <a:xfrm>
            <a:off x="1682305" y="409415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 panose="02000000000000000000"/>
              <a:buNone/>
              <a:defRPr sz="18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 panose="02000000000000000000"/>
              <a:buNone/>
              <a:defRPr sz="18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 panose="02000000000000000000"/>
              <a:buNone/>
              <a:defRPr sz="18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 panose="02000000000000000000"/>
              <a:buNone/>
              <a:defRPr sz="18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 panose="02000000000000000000"/>
              <a:buNone/>
              <a:defRPr sz="18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 panose="02000000000000000000"/>
              <a:buNone/>
              <a:defRPr sz="18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 panose="02000000000000000000"/>
              <a:buNone/>
              <a:defRPr sz="18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 panose="02000000000000000000"/>
              <a:buNone/>
              <a:defRPr sz="18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 panose="02000000000000000000"/>
              <a:buNone/>
              <a:defRPr sz="18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chemeClr val="tx1"/>
                </a:solidFill>
              </a:rPr>
              <a:t>Template</a:t>
            </a:r>
            <a:endParaRPr lang="pt-BR" sz="4800">
              <a:solidFill>
                <a:schemeClr val="tx1"/>
              </a:solidFill>
            </a:endParaRPr>
          </a:p>
        </p:txBody>
      </p:sp>
      <p:sp>
        <p:nvSpPr>
          <p:cNvPr id="520" name="Google Shape;520;p83"/>
          <p:cNvSpPr txBox="1"/>
          <p:nvPr/>
        </p:nvSpPr>
        <p:spPr>
          <a:xfrm>
            <a:off x="1650805" y="4416315"/>
            <a:ext cx="8889600" cy="9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https://git.io/JegaO</a:t>
            </a:r>
            <a:endParaRPr sz="4800"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521" name="Google Shape;521;p83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924181" y="1316915"/>
            <a:ext cx="6342848" cy="3099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m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8425" y="666750"/>
            <a:ext cx="5393055" cy="4277360"/>
          </a:xfrm>
          <a:prstGeom prst="rect">
            <a:avLst/>
          </a:prstGeom>
        </p:spPr>
      </p:pic>
      <p:sp>
        <p:nvSpPr>
          <p:cNvPr id="4" name="Caixa de Texto 3"/>
          <p:cNvSpPr txBox="1"/>
          <p:nvPr/>
        </p:nvSpPr>
        <p:spPr>
          <a:xfrm>
            <a:off x="946785" y="300355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en-US" sz="4000">
                <a:solidFill>
                  <a:schemeClr val="tx1"/>
                </a:solidFill>
                <a:sym typeface="+mn-ea"/>
              </a:rPr>
              <a:t>Git Clone</a:t>
            </a:r>
            <a:endParaRPr lang="pt-BR" altLang="en-US" sz="400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Caixa de Texto 2"/>
          <p:cNvSpPr txBox="1"/>
          <p:nvPr/>
        </p:nvSpPr>
        <p:spPr>
          <a:xfrm>
            <a:off x="946785" y="1320800"/>
            <a:ext cx="3994785" cy="4458335"/>
          </a:xfrm>
          <a:prstGeom prst="rect">
            <a:avLst/>
          </a:prstGeom>
        </p:spPr>
        <p:txBody>
          <a:bodyPr>
            <a:noAutofit/>
          </a:bodyPr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r>
              <a:rPr lang="pt-BR" altLang="en-US" sz="2400"/>
              <a:t>Entrar no repositório fornecido da página anterior</a:t>
            </a:r>
            <a:endParaRPr lang="pt-BR" altLang="en-US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endParaRPr lang="pt-BR" altLang="en-US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r>
              <a:rPr lang="pt-BR" altLang="en-US" sz="2400"/>
              <a:t>Procurar o botão verde Code/Código</a:t>
            </a:r>
            <a:endParaRPr lang="pt-BR" altLang="en-US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endParaRPr lang="pt-BR" altLang="en-US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r>
              <a:rPr lang="pt-BR" altLang="en-US" sz="2400"/>
              <a:t>Copiar a URL</a:t>
            </a:r>
            <a:endParaRPr lang="pt-BR" altLang="en-US" sz="2400"/>
          </a:p>
        </p:txBody>
      </p:sp>
      <p:cxnSp>
        <p:nvCxnSpPr>
          <p:cNvPr id="5" name="Conector de Seta Reta 4"/>
          <p:cNvCxnSpPr/>
          <p:nvPr/>
        </p:nvCxnSpPr>
        <p:spPr>
          <a:xfrm flipH="1">
            <a:off x="10115550" y="2199005"/>
            <a:ext cx="149860" cy="508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946785" y="300355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en-US" sz="4000">
                <a:solidFill>
                  <a:schemeClr val="tx1"/>
                </a:solidFill>
                <a:sym typeface="+mn-ea"/>
              </a:rPr>
              <a:t>Git Clone</a:t>
            </a:r>
            <a:endParaRPr lang="pt-BR" altLang="en-US" sz="400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Caixa de Texto 2"/>
          <p:cNvSpPr txBox="1"/>
          <p:nvPr/>
        </p:nvSpPr>
        <p:spPr>
          <a:xfrm>
            <a:off x="946785" y="1320800"/>
            <a:ext cx="5957570" cy="4458335"/>
          </a:xfrm>
          <a:prstGeom prst="rect">
            <a:avLst/>
          </a:prstGeom>
        </p:spPr>
        <p:txBody>
          <a:bodyPr>
            <a:noAutofit/>
          </a:bodyPr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r>
              <a:rPr lang="pt-BR" altLang="en-US" sz="2400"/>
              <a:t>No Git Bash, volte a pasta NOME_SOBRENOME</a:t>
            </a:r>
            <a:endParaRPr lang="pt-BR" altLang="en-US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endParaRPr lang="en-US" altLang="pt-BR" sz="2400"/>
          </a:p>
          <a:p>
            <a:pPr marL="4953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5000"/>
              <a:buFont typeface="Arial" panose="020B0604020202020204" pitchFamily="34" charset="0"/>
              <a:buChar char="•"/>
            </a:pPr>
            <a:r>
              <a:rPr lang="pt-BR" altLang="en-US" sz="2400"/>
              <a:t>cd ../</a:t>
            </a:r>
            <a:endParaRPr lang="en-US" altLang="pt-BR" sz="2400"/>
          </a:p>
          <a:p>
            <a:pPr marL="4953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5000"/>
              <a:buFont typeface="Arial" panose="020B0604020202020204" pitchFamily="34" charset="0"/>
              <a:buChar char="•"/>
            </a:pPr>
            <a:r>
              <a:rPr lang="en-US" altLang="pt-BR" sz="2400"/>
              <a:t>git clone </a:t>
            </a:r>
            <a:r>
              <a:rPr lang="pt-BR" altLang="en-US" sz="2400"/>
              <a:t>URL </a:t>
            </a:r>
            <a:r>
              <a:rPr lang="pt-BR" sz="2400"/>
              <a:t>COPIADA </a:t>
            </a:r>
            <a:r>
              <a:rPr lang="en-US" altLang="pt-BR" sz="2400"/>
              <a:t>template_portfolio</a:t>
            </a:r>
            <a:endParaRPr lang="en-US" altLang="pt-BR" sz="2400"/>
          </a:p>
          <a:p>
            <a:pPr marL="4953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5000"/>
              <a:buFont typeface="Arial" panose="020B0604020202020204" pitchFamily="34" charset="0"/>
              <a:buChar char="•"/>
            </a:pPr>
            <a:endParaRPr lang="en-US" altLang="pt-BR" sz="240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3910" y="3336290"/>
            <a:ext cx="8733155" cy="2300605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946785" y="300355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en-US" sz="4000">
                <a:solidFill>
                  <a:schemeClr val="tx1"/>
                </a:solidFill>
                <a:sym typeface="+mn-ea"/>
              </a:rPr>
              <a:t>Git Clone</a:t>
            </a:r>
            <a:endParaRPr lang="pt-BR" altLang="en-US" sz="400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Caixa de Texto 2"/>
          <p:cNvSpPr txBox="1"/>
          <p:nvPr/>
        </p:nvSpPr>
        <p:spPr>
          <a:xfrm>
            <a:off x="946785" y="1320800"/>
            <a:ext cx="5957570" cy="4458335"/>
          </a:xfrm>
          <a:prstGeom prst="rect">
            <a:avLst/>
          </a:prstGeom>
        </p:spPr>
        <p:txBody>
          <a:bodyPr>
            <a:noAutofit/>
          </a:bodyPr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5000"/>
              <a:buFont typeface="Arial" panose="020B0604020202020204" pitchFamily="34" charset="0"/>
              <a:buNone/>
            </a:pPr>
            <a:r>
              <a:rPr lang="pt-BR" altLang="en-US" sz="2400"/>
              <a:t>Entre na pasta repositorio_portfolio_web</a:t>
            </a:r>
            <a:endParaRPr lang="pt-BR" altLang="en-US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5000"/>
              <a:buFont typeface="Arial" panose="020B0604020202020204" pitchFamily="34" charset="0"/>
              <a:buNone/>
            </a:pPr>
            <a:endParaRPr lang="pt-BR" altLang="en-US" sz="2400"/>
          </a:p>
          <a:p>
            <a:pPr marL="4953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5000"/>
              <a:buFont typeface="Arial" panose="020B0604020202020204" pitchFamily="34" charset="0"/>
              <a:buChar char="•"/>
            </a:pPr>
            <a:r>
              <a:rPr lang="pt-BR" altLang="en-US" sz="2400"/>
              <a:t>cd ./</a:t>
            </a:r>
            <a:r>
              <a:rPr lang="pt-BR" altLang="en-US" sz="2400">
                <a:sym typeface="+mn-ea"/>
              </a:rPr>
              <a:t>repositorio_portfolio_web</a:t>
            </a:r>
            <a:endParaRPr lang="pt-BR" altLang="en-US" sz="2400"/>
          </a:p>
          <a:p>
            <a:pPr marL="4953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5000"/>
              <a:buFont typeface="Arial" panose="020B0604020202020204" pitchFamily="34" charset="0"/>
              <a:buChar char="•"/>
            </a:pPr>
            <a:endParaRPr lang="en-US" altLang="pt-BR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5000"/>
              <a:buFont typeface="Arial" panose="020B0604020202020204" pitchFamily="34" charset="0"/>
              <a:buNone/>
            </a:pPr>
            <a:r>
              <a:rPr lang="en-US" altLang="pt-BR" sz="2400"/>
              <a:t>Mover arquivos do template para o reposit</a:t>
            </a:r>
            <a:r>
              <a:rPr lang="en-US" altLang="en-US" sz="2400"/>
              <a:t>ó</a:t>
            </a:r>
            <a:r>
              <a:rPr lang="en-US" altLang="pt-BR" sz="2400"/>
              <a:t>rio</a:t>
            </a:r>
            <a:r>
              <a:rPr lang="pt-BR" altLang="en-US" sz="2400"/>
              <a:t> e excluir o repositório antigo</a:t>
            </a:r>
            <a:r>
              <a:rPr lang="en-US" altLang="pt-BR" sz="2400"/>
              <a:t>:</a:t>
            </a:r>
            <a:endParaRPr lang="en-US" altLang="pt-BR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5000"/>
              <a:buFont typeface="Arial" panose="020B0604020202020204" pitchFamily="34" charset="0"/>
              <a:buNone/>
            </a:pPr>
            <a:endParaRPr lang="en-US" altLang="pt-BR" sz="2400"/>
          </a:p>
          <a:p>
            <a:pPr marL="4953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5000"/>
              <a:buFont typeface="Arial" panose="020B0604020202020204" pitchFamily="34" charset="0"/>
              <a:buChar char="•"/>
            </a:pPr>
            <a:r>
              <a:rPr lang="en-US" altLang="pt-BR" sz="2400"/>
              <a:t>cp -r  ../template_portfolio/* .</a:t>
            </a:r>
            <a:endParaRPr lang="en-US" altLang="pt-BR" sz="2400"/>
          </a:p>
          <a:p>
            <a:pPr marL="4953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5000"/>
              <a:buFont typeface="Arial" panose="020B0604020202020204" pitchFamily="34" charset="0"/>
              <a:buChar char="•"/>
            </a:pPr>
            <a:r>
              <a:rPr lang="en-US" altLang="pt-BR" sz="2400"/>
              <a:t>rm -rf  ../template_portfolio</a:t>
            </a:r>
            <a:endParaRPr lang="en-US" altLang="pt-BR" sz="240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946785" y="300355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en-US" sz="4000">
                <a:solidFill>
                  <a:schemeClr val="tx1"/>
                </a:solidFill>
                <a:sym typeface="+mn-ea"/>
              </a:rPr>
              <a:t>Git Clone</a:t>
            </a:r>
            <a:endParaRPr lang="pt-BR" altLang="en-US" sz="400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Caixa de Texto 2"/>
          <p:cNvSpPr txBox="1"/>
          <p:nvPr/>
        </p:nvSpPr>
        <p:spPr>
          <a:xfrm>
            <a:off x="946785" y="1320800"/>
            <a:ext cx="5957570" cy="4458335"/>
          </a:xfrm>
          <a:prstGeom prst="rect">
            <a:avLst/>
          </a:prstGeom>
        </p:spPr>
        <p:txBody>
          <a:bodyPr>
            <a:noAutofit/>
          </a:bodyPr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sz="2400">
                <a:sym typeface="+mn-ea"/>
              </a:rPr>
              <a:t>Verifica o status</a:t>
            </a:r>
            <a:endParaRPr lang="pt-BR" sz="240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7810" y="1320800"/>
            <a:ext cx="8028940" cy="3578860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946785" y="300355"/>
            <a:ext cx="974471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en-US" sz="4000">
                <a:solidFill>
                  <a:schemeClr val="tx1"/>
                </a:solidFill>
                <a:sym typeface="+mn-ea"/>
              </a:rPr>
              <a:t>Atividade Conjunta</a:t>
            </a:r>
            <a:endParaRPr lang="pt-BR" altLang="en-US" sz="400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Caixa de Texto 2"/>
          <p:cNvSpPr txBox="1"/>
          <p:nvPr/>
        </p:nvSpPr>
        <p:spPr>
          <a:xfrm>
            <a:off x="946785" y="1320800"/>
            <a:ext cx="10090150" cy="4458335"/>
          </a:xfrm>
          <a:prstGeom prst="rect">
            <a:avLst/>
          </a:prstGeom>
        </p:spPr>
        <p:txBody>
          <a:bodyPr>
            <a:noAutofit/>
          </a:bodyPr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altLang="en-US" sz="2400">
                <a:sym typeface="+mn-ea"/>
              </a:rPr>
              <a:t>Alterar Campos </a:t>
            </a:r>
            <a:r>
              <a:rPr lang="en-US" altLang="pt-BR" sz="2400">
                <a:sym typeface="+mn-ea"/>
              </a:rPr>
              <a:t>&lt;link rel="stylesheet"</a:t>
            </a:r>
            <a:r>
              <a:rPr lang="pt-BR" altLang="en-US" sz="2400">
                <a:sym typeface="+mn-ea"/>
              </a:rPr>
              <a:t> ... ... ... &gt;</a:t>
            </a:r>
            <a:br>
              <a:rPr lang="pt-BR" altLang="en-US" sz="2400">
                <a:sym typeface="+mn-ea"/>
              </a:rPr>
            </a:br>
            <a:br>
              <a:rPr lang="pt-BR" altLang="en-US" sz="2400">
                <a:sym typeface="+mn-ea"/>
              </a:rPr>
            </a:br>
            <a:r>
              <a:rPr lang="pt-BR" altLang="en-US" sz="2400">
                <a:sym typeface="+mn-ea"/>
              </a:rPr>
              <a:t>Para comentar e descomentar “CTRL“ + “;“</a:t>
            </a:r>
            <a:endParaRPr lang="pt-BR" altLang="en-US" sz="2400">
              <a:sym typeface="+mn-ea"/>
            </a:endParaRPr>
          </a:p>
          <a:p>
            <a:pPr marL="495300" lvl="0" indent="-34290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endParaRPr lang="pt-BR" altLang="en-US" sz="2400">
              <a:sym typeface="+mn-ea"/>
            </a:endParaRPr>
          </a:p>
          <a:p>
            <a:pPr marL="495300" lvl="0" indent="-34290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endParaRPr lang="pt-BR" altLang="en-US" sz="2400">
              <a:sym typeface="+mn-ea"/>
            </a:endParaRPr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endParaRPr lang="pt-BR" altLang="en-US" sz="2400">
              <a:sym typeface="+mn-ea"/>
            </a:endParaRPr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endParaRPr lang="pt-BR" altLang="en-US" sz="2400">
              <a:sym typeface="+mn-ea"/>
            </a:endParaRPr>
          </a:p>
          <a:p>
            <a:pPr marL="495300" lvl="0" indent="-34290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endParaRPr lang="en-US" altLang="pt-BR" sz="2400">
              <a:sym typeface="+mn-ea"/>
            </a:endParaRPr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pt-BR" altLang="en-US" sz="2400">
              <a:sym typeface="+mn-ea"/>
            </a:endParaRPr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altLang="en-US" sz="2400">
                <a:sym typeface="+mn-ea"/>
              </a:rPr>
              <a:t> </a:t>
            </a:r>
            <a:endParaRPr lang="pt-BR" sz="240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946785" y="300355"/>
            <a:ext cx="974471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en-US" sz="4000">
                <a:solidFill>
                  <a:schemeClr val="tx1"/>
                </a:solidFill>
                <a:sym typeface="+mn-ea"/>
              </a:rPr>
              <a:t>Atividade Conjunta</a:t>
            </a:r>
            <a:endParaRPr lang="pt-BR" altLang="en-US" sz="400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Caixa de Texto 2"/>
          <p:cNvSpPr txBox="1"/>
          <p:nvPr/>
        </p:nvSpPr>
        <p:spPr>
          <a:xfrm>
            <a:off x="946785" y="1320800"/>
            <a:ext cx="10090150" cy="4458335"/>
          </a:xfrm>
          <a:prstGeom prst="rect">
            <a:avLst/>
          </a:prstGeom>
        </p:spPr>
        <p:txBody>
          <a:bodyPr>
            <a:noAutofit/>
          </a:bodyPr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r>
              <a:rPr lang="pt-BR" altLang="en-US" sz="2400">
                <a:sym typeface="+mn-ea"/>
              </a:rPr>
              <a:t>Fazer o commit do template com a descrição correta</a:t>
            </a:r>
            <a:endParaRPr lang="pt-BR" altLang="en-US" sz="2400">
              <a:sym typeface="+mn-ea"/>
            </a:endParaRPr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endParaRPr lang="pt-BR" altLang="en-US" sz="2400">
              <a:sym typeface="+mn-ea"/>
            </a:endParaRPr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r>
              <a:rPr lang="pt-BR" altLang="en-US" sz="2400">
                <a:sym typeface="+mn-ea"/>
              </a:rPr>
              <a:t>Exemplo: </a:t>
            </a:r>
            <a:r>
              <a:rPr lang="en-US" altLang="pt-BR" sz="2400">
                <a:sym typeface="+mn-ea"/>
              </a:rPr>
              <a:t> Altera a cor de fundo para</a:t>
            </a:r>
            <a:r>
              <a:rPr lang="pt-BR" altLang="en-US" sz="2400">
                <a:sym typeface="+mn-ea"/>
              </a:rPr>
              <a:t> branco anil</a:t>
            </a:r>
            <a:endParaRPr lang="pt-BR" altLang="en-US" sz="2400">
              <a:sym typeface="+mn-ea"/>
            </a:endParaRPr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endParaRPr lang="pt-BR" altLang="en-US" sz="2400">
              <a:sym typeface="+mn-ea"/>
            </a:endParaRPr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endParaRPr lang="en-US" altLang="pt-BR" sz="2400">
              <a:sym typeface="+mn-ea"/>
            </a:endParaRPr>
          </a:p>
          <a:p>
            <a:pPr marL="495300" lvl="0" indent="-34290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endParaRPr lang="pt-BR" altLang="en-US" sz="2400">
              <a:sym typeface="+mn-ea"/>
            </a:endParaRPr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endParaRPr lang="pt-BR" altLang="en-US" sz="2400">
              <a:sym typeface="+mn-ea"/>
            </a:endParaRPr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endParaRPr lang="pt-BR" altLang="en-US" sz="2400">
              <a:sym typeface="+mn-ea"/>
            </a:endParaRPr>
          </a:p>
          <a:p>
            <a:pPr marL="495300" lvl="0" indent="-34290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endParaRPr lang="en-US" altLang="pt-BR" sz="2400">
              <a:sym typeface="+mn-ea"/>
            </a:endParaRPr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pt-BR" altLang="en-US" sz="2400">
              <a:sym typeface="+mn-ea"/>
            </a:endParaRPr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altLang="en-US" sz="2400">
                <a:sym typeface="+mn-ea"/>
              </a:rPr>
              <a:t> </a:t>
            </a:r>
            <a:endParaRPr lang="pt-BR" sz="240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946785" y="300355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en-US" sz="4000">
                <a:solidFill>
                  <a:schemeClr val="tx1"/>
                </a:solidFill>
                <a:sym typeface="+mn-ea"/>
              </a:rPr>
              <a:t>G</a:t>
            </a:r>
            <a:r>
              <a:rPr lang="en-US" altLang="pt-BR" sz="4000">
                <a:solidFill>
                  <a:schemeClr val="tx1"/>
                </a:solidFill>
                <a:sym typeface="+mn-ea"/>
              </a:rPr>
              <a:t>it remote</a:t>
            </a:r>
            <a:endParaRPr lang="en-US" altLang="pt-BR" sz="400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Caixa de Texto 2"/>
          <p:cNvSpPr txBox="1"/>
          <p:nvPr/>
        </p:nvSpPr>
        <p:spPr>
          <a:xfrm>
            <a:off x="946785" y="1320800"/>
            <a:ext cx="3994785" cy="2018665"/>
          </a:xfrm>
          <a:prstGeom prst="rect">
            <a:avLst/>
          </a:prstGeom>
        </p:spPr>
        <p:txBody>
          <a:bodyPr>
            <a:noAutofit/>
          </a:bodyPr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r>
              <a:rPr lang="en-US" altLang="pt-BR" sz="2400"/>
              <a:t>Por padr</a:t>
            </a:r>
            <a:r>
              <a:rPr lang="en-US" altLang="en-US" sz="2400"/>
              <a:t>ã</a:t>
            </a:r>
            <a:r>
              <a:rPr lang="en-US" altLang="pt-BR" sz="2400"/>
              <a:t>o, quando voc</a:t>
            </a:r>
            <a:r>
              <a:rPr lang="en-US" altLang="en-US" sz="2400"/>
              <a:t>ê</a:t>
            </a:r>
            <a:r>
              <a:rPr lang="en-US" altLang="pt-BR" sz="2400"/>
              <a:t> usa git clone, ele salva um remoto chamado origin.</a:t>
            </a:r>
            <a:endParaRPr lang="en-US" altLang="pt-BR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endParaRPr lang="en-US" altLang="pt-BR" sz="2400"/>
          </a:p>
          <a:p>
            <a:pPr marL="495300" lvl="0" indent="-34290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-US" altLang="pt-BR" sz="2400"/>
              <a:t>git remote</a:t>
            </a:r>
            <a:endParaRPr lang="en-US" altLang="pt-BR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endParaRPr lang="en-US" altLang="pt-BR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endParaRPr lang="en-US" altLang="pt-BR" sz="2400"/>
          </a:p>
        </p:txBody>
      </p:sp>
      <p:cxnSp>
        <p:nvCxnSpPr>
          <p:cNvPr id="5" name="Conector de Seta Reta 4"/>
          <p:cNvCxnSpPr/>
          <p:nvPr/>
        </p:nvCxnSpPr>
        <p:spPr>
          <a:xfrm flipH="1">
            <a:off x="10115550" y="2199005"/>
            <a:ext cx="149860" cy="508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" name="Imagem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69310" y="2919730"/>
            <a:ext cx="8822690" cy="420370"/>
          </a:xfrm>
          <a:prstGeom prst="rect">
            <a:avLst/>
          </a:prstGeom>
        </p:spPr>
      </p:pic>
      <p:sp>
        <p:nvSpPr>
          <p:cNvPr id="7" name="Caixa de Texto 6"/>
          <p:cNvSpPr txBox="1"/>
          <p:nvPr/>
        </p:nvSpPr>
        <p:spPr>
          <a:xfrm>
            <a:off x="946785" y="3865880"/>
            <a:ext cx="3994785" cy="4458335"/>
          </a:xfrm>
          <a:prstGeom prst="rect">
            <a:avLst/>
          </a:prstGeom>
        </p:spPr>
        <p:txBody>
          <a:bodyPr>
            <a:noAutofit/>
          </a:bodyPr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r>
              <a:rPr lang="en-US" altLang="pt-BR" sz="2400"/>
              <a:t>Para adicionar um remoto, com nome origin</a:t>
            </a:r>
            <a:endParaRPr lang="en-US" altLang="pt-BR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endParaRPr lang="en-US" altLang="pt-BR" sz="2400"/>
          </a:p>
          <a:p>
            <a:pPr marL="495300" lvl="0" indent="-34290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-US" altLang="pt-BR" sz="2400"/>
              <a:t>git remote</a:t>
            </a:r>
            <a:r>
              <a:rPr lang="pt-BR" altLang="en-US" sz="2400"/>
              <a:t> </a:t>
            </a:r>
            <a:r>
              <a:rPr lang="en-US" altLang="pt-BR" sz="2400"/>
              <a:t>add origin</a:t>
            </a:r>
            <a:r>
              <a:rPr lang="pt-BR" altLang="en-US" sz="2400"/>
              <a:t> URL</a:t>
            </a:r>
            <a:endParaRPr lang="en-US" altLang="pt-BR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endParaRPr lang="en-US" altLang="pt-BR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endParaRPr lang="en-US" altLang="pt-BR" sz="2400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9590" y="3512820"/>
            <a:ext cx="3741420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946785" y="300355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en-US" sz="4000">
                <a:solidFill>
                  <a:schemeClr val="tx1"/>
                </a:solidFill>
                <a:sym typeface="+mn-ea"/>
              </a:rPr>
              <a:t>G</a:t>
            </a:r>
            <a:r>
              <a:rPr lang="en-US" altLang="pt-BR" sz="4000">
                <a:solidFill>
                  <a:schemeClr val="tx1"/>
                </a:solidFill>
                <a:sym typeface="+mn-ea"/>
              </a:rPr>
              <a:t>it remote</a:t>
            </a:r>
            <a:endParaRPr lang="en-US" altLang="pt-BR" sz="400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Caixa de Texto 2"/>
          <p:cNvSpPr txBox="1"/>
          <p:nvPr/>
        </p:nvSpPr>
        <p:spPr>
          <a:xfrm>
            <a:off x="946785" y="1007110"/>
            <a:ext cx="5040630" cy="2018665"/>
          </a:xfrm>
          <a:prstGeom prst="rect">
            <a:avLst/>
          </a:prstGeom>
        </p:spPr>
        <p:txBody>
          <a:bodyPr>
            <a:noAutofit/>
          </a:bodyPr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r>
              <a:rPr lang="pt-BR" altLang="en-US" sz="2400"/>
              <a:t>Depois de adicionar verifique:</a:t>
            </a:r>
            <a:endParaRPr lang="en-US" altLang="pt-BR" sz="2400"/>
          </a:p>
          <a:p>
            <a:pPr marL="495300" lvl="0" indent="-34290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-US" altLang="pt-BR" sz="2400"/>
              <a:t>git remote</a:t>
            </a:r>
            <a:endParaRPr lang="en-US" altLang="pt-BR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endParaRPr lang="en-US" altLang="pt-BR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endParaRPr lang="en-US" altLang="pt-BR" sz="240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3980" y="1986280"/>
            <a:ext cx="9260840" cy="1442720"/>
          </a:xfrm>
          <a:prstGeom prst="rect">
            <a:avLst/>
          </a:prstGeom>
        </p:spPr>
      </p:pic>
      <p:sp>
        <p:nvSpPr>
          <p:cNvPr id="7" name="Caixa de Texto 6"/>
          <p:cNvSpPr txBox="1"/>
          <p:nvPr/>
        </p:nvSpPr>
        <p:spPr>
          <a:xfrm>
            <a:off x="946785" y="3429000"/>
            <a:ext cx="5040630" cy="2018665"/>
          </a:xfrm>
          <a:prstGeom prst="rect">
            <a:avLst/>
          </a:prstGeom>
        </p:spPr>
        <p:txBody>
          <a:bodyPr>
            <a:noAutofit/>
          </a:bodyPr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r>
              <a:rPr lang="pt-BR" sz="2400"/>
              <a:t>Para redefinir</a:t>
            </a:r>
            <a:endParaRPr lang="pt-BR" sz="2400"/>
          </a:p>
          <a:p>
            <a:pPr marL="495300" lvl="0" indent="-34290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-US" altLang="pt-BR" sz="2400"/>
              <a:t>git remote set-url origin</a:t>
            </a:r>
            <a:r>
              <a:rPr lang="pt-BR" altLang="en-US" sz="2400"/>
              <a:t> URL</a:t>
            </a:r>
            <a:endParaRPr lang="pt-BR" altLang="en-US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endParaRPr lang="en-US" altLang="pt-BR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r>
              <a:rPr lang="en-US" altLang="pt-BR" sz="2400"/>
              <a:t>Para remover</a:t>
            </a:r>
            <a:endParaRPr lang="en-US" altLang="pt-BR" sz="2400"/>
          </a:p>
          <a:p>
            <a:pPr marL="495300" lvl="0" indent="-34290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-US" altLang="pt-BR" sz="2400">
                <a:sym typeface="+mn-ea"/>
              </a:rPr>
              <a:t>git </a:t>
            </a:r>
            <a:r>
              <a:rPr lang="en-US" altLang="pt-BR" sz="2400"/>
              <a:t>remote remove origin</a:t>
            </a:r>
            <a:endParaRPr lang="en-US" altLang="pt-BR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endParaRPr lang="en-US" altLang="pt-BR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endParaRPr lang="en-US" altLang="pt-BR" sz="240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946785" y="300355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en-US" sz="4000">
                <a:solidFill>
                  <a:schemeClr val="tx1"/>
                </a:solidFill>
                <a:sym typeface="+mn-ea"/>
              </a:rPr>
              <a:t>G</a:t>
            </a:r>
            <a:r>
              <a:rPr lang="en-US" altLang="pt-BR" sz="4000">
                <a:solidFill>
                  <a:schemeClr val="tx1"/>
                </a:solidFill>
                <a:sym typeface="+mn-ea"/>
              </a:rPr>
              <a:t>it push</a:t>
            </a:r>
            <a:endParaRPr lang="en-US" altLang="pt-BR" sz="400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Caixa de Texto 2"/>
          <p:cNvSpPr txBox="1"/>
          <p:nvPr/>
        </p:nvSpPr>
        <p:spPr>
          <a:xfrm>
            <a:off x="946785" y="1320800"/>
            <a:ext cx="9584055" cy="4458335"/>
          </a:xfrm>
          <a:prstGeom prst="rect">
            <a:avLst/>
          </a:prstGeom>
        </p:spPr>
        <p:txBody>
          <a:bodyPr>
            <a:noAutofit/>
          </a:bodyPr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altLang="pt-BR" sz="2400"/>
              <a:t>Para mandar suas mudan</a:t>
            </a:r>
            <a:r>
              <a:rPr lang="en-US" altLang="en-US" sz="2400"/>
              <a:t>ç</a:t>
            </a:r>
            <a:r>
              <a:rPr lang="en-US" altLang="pt-BR" sz="2400"/>
              <a:t>as a um remoto salvo como origin numa branch main, use:</a:t>
            </a:r>
            <a:endParaRPr lang="en-US" altLang="pt-BR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altLang="pt-BR" sz="2400"/>
          </a:p>
          <a:p>
            <a:pPr marL="495300" lvl="0" indent="-34290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-US" altLang="pt-BR" sz="2400"/>
              <a:t>git push origin main</a:t>
            </a:r>
            <a:endParaRPr lang="en-US" altLang="pt-BR" sz="2400"/>
          </a:p>
          <a:p>
            <a:pPr marL="495300" lvl="0" indent="-34290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endParaRPr lang="en-US" altLang="pt-BR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r>
              <a:rPr lang="en-US" altLang="pt-BR" sz="2400"/>
              <a:t>Voc</a:t>
            </a:r>
            <a:r>
              <a:rPr lang="en-US" altLang="en-US" sz="2400"/>
              <a:t>ê</a:t>
            </a:r>
            <a:r>
              <a:rPr lang="en-US" altLang="pt-BR" sz="2400"/>
              <a:t> pode omitir a branch se na primeira vez voc</a:t>
            </a:r>
            <a:r>
              <a:rPr lang="en-US" altLang="en-US" sz="2400"/>
              <a:t>ê</a:t>
            </a:r>
            <a:r>
              <a:rPr lang="en-US" altLang="pt-BR" sz="2400"/>
              <a:t> utilizar a flag --set-upstream ou `-u':</a:t>
            </a:r>
            <a:endParaRPr lang="en-US" altLang="pt-BR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endParaRPr lang="en-US" altLang="pt-BR" sz="2400"/>
          </a:p>
          <a:p>
            <a:pPr marL="495300" lvl="0" indent="-34290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-US" altLang="pt-BR" sz="2400"/>
              <a:t>git push origin --set-upstream main</a:t>
            </a:r>
            <a:endParaRPr lang="en-US" altLang="pt-BR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endParaRPr lang="en-US" altLang="pt-BR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r>
              <a:rPr lang="pt-BR" altLang="en-US" sz="2400"/>
              <a:t>ou</a:t>
            </a:r>
            <a:endParaRPr lang="pt-BR" altLang="en-US" sz="240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946785" y="300355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en-US" sz="4000">
                <a:solidFill>
                  <a:schemeClr val="tx1"/>
                </a:solidFill>
                <a:sym typeface="+mn-ea"/>
              </a:rPr>
              <a:t>G</a:t>
            </a:r>
            <a:r>
              <a:rPr lang="en-US" altLang="pt-BR" sz="4000">
                <a:solidFill>
                  <a:schemeClr val="tx1"/>
                </a:solidFill>
                <a:sym typeface="+mn-ea"/>
              </a:rPr>
              <a:t>it push</a:t>
            </a:r>
            <a:endParaRPr lang="en-US" altLang="pt-BR" sz="400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Caixa de Texto 2"/>
          <p:cNvSpPr txBox="1"/>
          <p:nvPr/>
        </p:nvSpPr>
        <p:spPr>
          <a:xfrm>
            <a:off x="946785" y="1320800"/>
            <a:ext cx="9584055" cy="4458335"/>
          </a:xfrm>
          <a:prstGeom prst="rect">
            <a:avLst/>
          </a:prstGeom>
        </p:spPr>
        <p:txBody>
          <a:bodyPr>
            <a:noAutofit/>
          </a:bodyPr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r>
              <a:rPr lang="en-US" altLang="pt-BR" sz="2400">
                <a:sym typeface="+mn-ea"/>
              </a:rPr>
              <a:t>git push origin </a:t>
            </a:r>
            <a:r>
              <a:rPr lang="pt-BR" altLang="en-US" sz="2400">
                <a:sym typeface="+mn-ea"/>
              </a:rPr>
              <a:t>-u</a:t>
            </a:r>
            <a:r>
              <a:rPr lang="en-US" altLang="pt-BR" sz="2400">
                <a:sym typeface="+mn-ea"/>
              </a:rPr>
              <a:t> main</a:t>
            </a:r>
            <a:endParaRPr lang="en-US" altLang="pt-BR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endParaRPr lang="en-US" altLang="pt-BR" sz="2400">
              <a:sym typeface="+mn-ea"/>
            </a:endParaRPr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r>
              <a:rPr lang="en-US" altLang="pt-BR" sz="2400">
                <a:sym typeface="+mn-ea"/>
              </a:rPr>
              <a:t>Nos pushes subsequentes, basta executar:</a:t>
            </a:r>
            <a:endParaRPr lang="en-US" altLang="pt-BR" sz="2400"/>
          </a:p>
          <a:p>
            <a:pPr marL="495300" lvl="0" indent="-34290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-US" altLang="pt-BR" sz="2400">
                <a:sym typeface="+mn-ea"/>
              </a:rPr>
              <a:t>git push</a:t>
            </a:r>
            <a:endParaRPr lang="pt-BR" altLang="en-US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endParaRPr lang="pt-BR" altLang="en-US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endParaRPr lang="pt-BR" altLang="en-US" sz="2400">
              <a:sym typeface="+mn-ea"/>
            </a:endParaRPr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endParaRPr lang="pt-BR" altLang="en-US" sz="2400">
              <a:sym typeface="+mn-ea"/>
            </a:endParaRPr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endParaRPr lang="pt-BR" altLang="en-US" sz="2400">
              <a:sym typeface="+mn-ea"/>
            </a:endParaRPr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endParaRPr lang="pt-BR" altLang="en-US" sz="2000">
              <a:sym typeface="+mn-ea"/>
            </a:endParaRPr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r>
              <a:rPr lang="pt-BR" altLang="en-US" sz="2000">
                <a:sym typeface="+mn-ea"/>
              </a:rPr>
              <a:t>Nota: O</a:t>
            </a:r>
            <a:r>
              <a:rPr lang="en-US" altLang="pt-BR" sz="2000">
                <a:sym typeface="+mn-ea"/>
              </a:rPr>
              <a:t> GitHub usa main como a branch padr</a:t>
            </a:r>
            <a:r>
              <a:rPr lang="en-US" altLang="en-US" sz="2000">
                <a:sym typeface="+mn-ea"/>
              </a:rPr>
              <a:t>ã</a:t>
            </a:r>
            <a:r>
              <a:rPr lang="en-US" altLang="pt-BR" sz="2000">
                <a:sym typeface="+mn-ea"/>
              </a:rPr>
              <a:t>o, n</a:t>
            </a:r>
            <a:r>
              <a:rPr lang="en-US" altLang="en-US" sz="2000">
                <a:sym typeface="+mn-ea"/>
              </a:rPr>
              <a:t>ã</a:t>
            </a:r>
            <a:r>
              <a:rPr lang="en-US" altLang="pt-BR" sz="2000">
                <a:sym typeface="+mn-ea"/>
              </a:rPr>
              <a:t>o master, por isso voc</a:t>
            </a:r>
            <a:r>
              <a:rPr lang="en-US" altLang="en-US" sz="2000">
                <a:sym typeface="+mn-ea"/>
              </a:rPr>
              <a:t>ê</a:t>
            </a:r>
            <a:r>
              <a:rPr lang="en-US" altLang="pt-BR" sz="2000">
                <a:sym typeface="+mn-ea"/>
              </a:rPr>
              <a:t> precisa renomear a master para main antes de enviar ao GitHub.</a:t>
            </a:r>
            <a:endParaRPr lang="en-US" altLang="pt-BR" sz="20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altLang="pt-BR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altLang="pt-BR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altLang="pt-BR" sz="240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946785" y="300355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en-US" sz="4000">
                <a:sym typeface="+mn-ea"/>
              </a:rPr>
              <a:t>G</a:t>
            </a:r>
            <a:r>
              <a:rPr lang="en-US" altLang="pt-BR" sz="4000">
                <a:sym typeface="+mn-ea"/>
              </a:rPr>
              <a:t>it pull </a:t>
            </a:r>
            <a:endParaRPr lang="en-US" altLang="pt-BR" sz="400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Caixa de Texto 2"/>
          <p:cNvSpPr txBox="1"/>
          <p:nvPr/>
        </p:nvSpPr>
        <p:spPr>
          <a:xfrm>
            <a:off x="946785" y="1320800"/>
            <a:ext cx="9584055" cy="4458335"/>
          </a:xfrm>
          <a:prstGeom prst="rect">
            <a:avLst/>
          </a:prstGeom>
        </p:spPr>
        <p:txBody>
          <a:bodyPr>
            <a:noAutofit/>
          </a:bodyPr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altLang="pt-BR" sz="2400"/>
              <a:t>Semelhantemente, para receber mudan</a:t>
            </a:r>
            <a:r>
              <a:rPr lang="en-US" altLang="en-US" sz="2400"/>
              <a:t>ç</a:t>
            </a:r>
            <a:r>
              <a:rPr lang="en-US" altLang="pt-BR" sz="2400"/>
              <a:t>as de um reposit</a:t>
            </a:r>
            <a:r>
              <a:rPr lang="en-US" altLang="en-US" sz="2400"/>
              <a:t>ó</a:t>
            </a:r>
            <a:r>
              <a:rPr lang="en-US" altLang="pt-BR" sz="2400"/>
              <a:t>rio remoto salvo como origin numa branch main, use:</a:t>
            </a:r>
            <a:endParaRPr lang="en-US" altLang="pt-BR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altLang="pt-BR" sz="2400"/>
          </a:p>
          <a:p>
            <a:pPr marL="495300" lvl="0" indent="-34290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-US" altLang="pt-BR" sz="2400"/>
              <a:t>git </a:t>
            </a:r>
            <a:r>
              <a:rPr lang="pt-BR" altLang="en-US" sz="2400"/>
              <a:t>pull </a:t>
            </a:r>
            <a:r>
              <a:rPr lang="en-US" altLang="pt-BR" sz="2400"/>
              <a:t>origin main</a:t>
            </a:r>
            <a:endParaRPr lang="en-US" altLang="pt-BR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endParaRPr lang="en-US" altLang="pt-BR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r>
              <a:rPr lang="en-US" altLang="pt-BR" sz="2400"/>
              <a:t>Voc</a:t>
            </a:r>
            <a:r>
              <a:rPr lang="en-US" altLang="en-US" sz="2400"/>
              <a:t>ê</a:t>
            </a:r>
            <a:r>
              <a:rPr lang="en-US" altLang="pt-BR" sz="2400"/>
              <a:t> pode omitir a branch se na primeira vez voc</a:t>
            </a:r>
            <a:r>
              <a:rPr lang="en-US" altLang="en-US" sz="2400"/>
              <a:t>ê</a:t>
            </a:r>
            <a:r>
              <a:rPr lang="en-US" altLang="pt-BR" sz="2400"/>
              <a:t> utilizar a flag --set-upstream :</a:t>
            </a:r>
            <a:endParaRPr lang="en-US" altLang="pt-BR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endParaRPr lang="en-US" altLang="pt-BR" sz="2400"/>
          </a:p>
          <a:p>
            <a:pPr marL="495300" lvl="0" indent="-34290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-US" altLang="pt-BR" sz="2400"/>
              <a:t>git pull origin --set-upstream main</a:t>
            </a:r>
            <a:endParaRPr lang="en-US" altLang="pt-BR" sz="2400"/>
          </a:p>
          <a:p>
            <a:pPr marL="495300" lvl="0" indent="-34290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endParaRPr lang="en-US" altLang="pt-BR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r>
              <a:rPr lang="pt-BR" altLang="en-US" sz="2000">
                <a:sym typeface="+mn-ea"/>
              </a:rPr>
              <a:t>Nota: Se</a:t>
            </a:r>
            <a:r>
              <a:rPr lang="en-US" altLang="pt-BR" sz="2000"/>
              <a:t> reposit</a:t>
            </a:r>
            <a:r>
              <a:rPr lang="en-US" altLang="en-US" sz="2000"/>
              <a:t>ó</a:t>
            </a:r>
            <a:r>
              <a:rPr lang="en-US" altLang="pt-BR" sz="2000"/>
              <a:t>rio local tiver novos commits, e o remoto tamb</a:t>
            </a:r>
            <a:r>
              <a:rPr lang="en-US" altLang="en-US" sz="2000"/>
              <a:t>é</a:t>
            </a:r>
            <a:r>
              <a:rPr lang="en-US" altLang="pt-BR" sz="2000"/>
              <a:t>m tiver novos commits, divergindo a respeito da hist</a:t>
            </a:r>
            <a:r>
              <a:rPr lang="en-US" altLang="en-US" sz="2000"/>
              <a:t>ó</a:t>
            </a:r>
            <a:r>
              <a:rPr lang="en-US" altLang="pt-BR" sz="2000"/>
              <a:t>ria da branch, voc</a:t>
            </a:r>
            <a:r>
              <a:rPr lang="en-US" altLang="en-US" sz="2000"/>
              <a:t>ê</a:t>
            </a:r>
            <a:r>
              <a:rPr lang="en-US" altLang="pt-BR" sz="2000"/>
              <a:t> ter</a:t>
            </a:r>
            <a:r>
              <a:rPr lang="en-US" altLang="en-US" sz="2000"/>
              <a:t>á</a:t>
            </a:r>
            <a:r>
              <a:rPr lang="en-US" altLang="pt-BR" sz="2000"/>
              <a:t> de resolver um merge.</a:t>
            </a:r>
            <a:endParaRPr lang="en-US" altLang="pt-BR" sz="20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altLang="pt-BR" sz="2400"/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altLang="pt-BR" sz="240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6" name="Google Shape;526;p84"/>
          <p:cNvSpPr txBox="1"/>
          <p:nvPr/>
        </p:nvSpPr>
        <p:spPr>
          <a:xfrm>
            <a:off x="1984950" y="444787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F6941C"/>
                </a:solidFill>
              </a:rPr>
              <a:t>Etapa 7 - Git branch e Git Merge</a:t>
            </a:r>
            <a:endParaRPr lang="pt-BR" sz="4800">
              <a:solidFill>
                <a:srgbClr val="F6941C"/>
              </a:solidFill>
            </a:endParaRPr>
          </a:p>
        </p:txBody>
      </p:sp>
      <p:pic>
        <p:nvPicPr>
          <p:cNvPr id="527" name="Google Shape;527;p8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852420" y="307975"/>
            <a:ext cx="6487160" cy="3769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aixa de Texto 1"/>
          <p:cNvSpPr txBox="1"/>
          <p:nvPr/>
        </p:nvSpPr>
        <p:spPr>
          <a:xfrm>
            <a:off x="1143000" y="1844040"/>
            <a:ext cx="1056322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pt-BR" sz="2000">
                <a:sym typeface="+mn-ea"/>
              </a:rPr>
              <a:t>No Git, os commits s</a:t>
            </a:r>
            <a:r>
              <a:rPr lang="en-US" altLang="en-US" sz="2000">
                <a:sym typeface="+mn-ea"/>
              </a:rPr>
              <a:t>ã</a:t>
            </a:r>
            <a:r>
              <a:rPr lang="en-US" altLang="pt-BR" sz="2000">
                <a:sym typeface="+mn-ea"/>
              </a:rPr>
              <a:t>o arranjados em uma linha do tempo. Por padr</a:t>
            </a:r>
            <a:r>
              <a:rPr lang="en-US" altLang="en-US" sz="2000">
                <a:sym typeface="+mn-ea"/>
              </a:rPr>
              <a:t>ã</a:t>
            </a:r>
            <a:r>
              <a:rPr lang="en-US" altLang="pt-BR" sz="2000">
                <a:sym typeface="+mn-ea"/>
              </a:rPr>
              <a:t>o, essa linha do tempo </a:t>
            </a:r>
            <a:r>
              <a:rPr lang="en-US" altLang="en-US" sz="2000">
                <a:sym typeface="+mn-ea"/>
              </a:rPr>
              <a:t>é</a:t>
            </a:r>
            <a:r>
              <a:rPr lang="en-US" altLang="pt-BR" sz="2000">
                <a:sym typeface="+mn-ea"/>
              </a:rPr>
              <a:t> linear, mas o Git tamb</a:t>
            </a:r>
            <a:r>
              <a:rPr lang="en-US" altLang="en-US" sz="2000">
                <a:sym typeface="+mn-ea"/>
              </a:rPr>
              <a:t>é</a:t>
            </a:r>
            <a:r>
              <a:rPr lang="en-US" altLang="pt-BR" sz="2000">
                <a:sym typeface="+mn-ea"/>
              </a:rPr>
              <a:t>m permite expressar bifurca</a:t>
            </a:r>
            <a:r>
              <a:rPr lang="en-US" altLang="en-US" sz="2000">
                <a:sym typeface="+mn-ea"/>
              </a:rPr>
              <a:t>çõ</a:t>
            </a:r>
            <a:r>
              <a:rPr lang="en-US" altLang="pt-BR" sz="2000">
                <a:sym typeface="+mn-ea"/>
              </a:rPr>
              <a:t>es na linha do tempo. Para isso, existe o conceito de "branch" (literalmente "galho", "ramo").</a:t>
            </a:r>
            <a:endParaRPr lang="en-US" altLang="pt-BR" sz="2000">
              <a:sym typeface="+mn-ea"/>
            </a:endParaRPr>
          </a:p>
          <a:p>
            <a:endParaRPr lang="en-US" altLang="pt-BR" sz="2000">
              <a:sym typeface="+mn-ea"/>
            </a:endParaRPr>
          </a:p>
          <a:p>
            <a:r>
              <a:rPr lang="en-US" altLang="pt-BR" sz="2000">
                <a:sym typeface="+mn-ea"/>
              </a:rPr>
              <a:t>A primeira branch criada </a:t>
            </a:r>
            <a:r>
              <a:rPr lang="en-US" altLang="en-US" sz="2000">
                <a:sym typeface="+mn-ea"/>
              </a:rPr>
              <a:t>é</a:t>
            </a:r>
            <a:r>
              <a:rPr lang="en-US" altLang="pt-BR" sz="2000">
                <a:sym typeface="+mn-ea"/>
              </a:rPr>
              <a:t> main para novos reposit</a:t>
            </a:r>
            <a:r>
              <a:rPr lang="en-US" altLang="en-US" sz="2000">
                <a:sym typeface="+mn-ea"/>
              </a:rPr>
              <a:t>ó</a:t>
            </a:r>
            <a:r>
              <a:rPr lang="en-US" altLang="pt-BR" sz="2000">
                <a:sym typeface="+mn-ea"/>
              </a:rPr>
              <a:t>rios, enquanto a antiga padr</a:t>
            </a:r>
            <a:r>
              <a:rPr lang="en-US" altLang="en-US" sz="2000">
                <a:sym typeface="+mn-ea"/>
              </a:rPr>
              <a:t>ã</a:t>
            </a:r>
            <a:r>
              <a:rPr lang="en-US" altLang="pt-BR" sz="2000">
                <a:sym typeface="+mn-ea"/>
              </a:rPr>
              <a:t>o era master. A partir de outubro de 2020, o GitHub e o Git passaram a usar "main" como a branch padr</a:t>
            </a:r>
            <a:r>
              <a:rPr lang="en-US" altLang="en-US" sz="2000">
                <a:sym typeface="+mn-ea"/>
              </a:rPr>
              <a:t>ã</a:t>
            </a:r>
            <a:r>
              <a:rPr lang="en-US" altLang="pt-BR" sz="2000">
                <a:sym typeface="+mn-ea"/>
              </a:rPr>
              <a:t>o para novos reposit</a:t>
            </a:r>
            <a:r>
              <a:rPr lang="en-US" altLang="en-US" sz="2000">
                <a:sym typeface="+mn-ea"/>
              </a:rPr>
              <a:t>ó</a:t>
            </a:r>
            <a:r>
              <a:rPr lang="en-US" altLang="pt-BR" sz="2000">
                <a:sym typeface="+mn-ea"/>
              </a:rPr>
              <a:t>rios, em substitui</a:t>
            </a:r>
            <a:r>
              <a:rPr lang="en-US" altLang="en-US" sz="2000">
                <a:sym typeface="+mn-ea"/>
              </a:rPr>
              <a:t>ç</a:t>
            </a:r>
            <a:r>
              <a:rPr lang="en-US" altLang="en-US" sz="2000">
                <a:sym typeface="+mn-ea"/>
              </a:rPr>
              <a:t>ã</a:t>
            </a:r>
            <a:r>
              <a:rPr lang="en-US" altLang="pt-BR" sz="2000">
                <a:sym typeface="+mn-ea"/>
              </a:rPr>
              <a:t>o a "master".</a:t>
            </a:r>
            <a:endParaRPr lang="en-US" altLang="pt-BR" sz="2000">
              <a:sym typeface="+mn-ea"/>
            </a:endParaRPr>
          </a:p>
          <a:p>
            <a:endParaRPr lang="en-US" altLang="pt-BR" sz="2000">
              <a:sym typeface="+mn-ea"/>
            </a:endParaRPr>
          </a:p>
          <a:p>
            <a:endParaRPr lang="en-US" altLang="pt-BR" sz="2000">
              <a:sym typeface="+mn-ea"/>
            </a:endParaRPr>
          </a:p>
        </p:txBody>
      </p:sp>
      <p:sp>
        <p:nvSpPr>
          <p:cNvPr id="3" name="Caixa de Texto 2"/>
          <p:cNvSpPr txBox="1"/>
          <p:nvPr/>
        </p:nvSpPr>
        <p:spPr>
          <a:xfrm>
            <a:off x="1143000" y="716280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pt-BR" sz="4000">
                <a:solidFill>
                  <a:srgbClr val="F6941C"/>
                </a:solidFill>
                <a:sym typeface="+mn-ea"/>
              </a:rPr>
              <a:t>Git branch</a:t>
            </a:r>
            <a:endParaRPr lang="en-US" altLang="pt-BR" sz="4000">
              <a:solidFill>
                <a:srgbClr val="F6941C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34" name="Google Shape;534;p8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5266060" y="1422770"/>
            <a:ext cx="5805125" cy="332285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 de Texto 1"/>
          <p:cNvSpPr txBox="1"/>
          <p:nvPr/>
        </p:nvSpPr>
        <p:spPr>
          <a:xfrm>
            <a:off x="1143000" y="1610360"/>
            <a:ext cx="3872865" cy="40049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sz="2400">
                <a:sym typeface="+mn-ea"/>
              </a:rPr>
              <a:t>a versão atual do seu sistema</a:t>
            </a:r>
            <a:endParaRPr lang="pt-BR" sz="2400"/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pt-BR" sz="2400"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sz="2400">
                <a:sym typeface="+mn-ea"/>
              </a:rPr>
              <a:t>E as outras branchs são funcionalidades não finalizadas</a:t>
            </a:r>
            <a:endParaRPr lang="pt-BR" altLang="pt-BR" sz="2400">
              <a:sym typeface="+mn-ea"/>
            </a:endParaRPr>
          </a:p>
        </p:txBody>
      </p:sp>
      <p:sp>
        <p:nvSpPr>
          <p:cNvPr id="3" name="Caixa de Texto 2"/>
          <p:cNvSpPr txBox="1"/>
          <p:nvPr/>
        </p:nvSpPr>
        <p:spPr>
          <a:xfrm>
            <a:off x="1143000" y="716280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pt-BR" sz="4000">
                <a:solidFill>
                  <a:srgbClr val="F6941C"/>
                </a:solidFill>
                <a:sym typeface="+mn-ea"/>
              </a:rPr>
              <a:t>Branch</a:t>
            </a:r>
            <a:r>
              <a:rPr lang="pt-BR" altLang="en-US" sz="4000">
                <a:solidFill>
                  <a:srgbClr val="F6941C"/>
                </a:solidFill>
                <a:sym typeface="+mn-ea"/>
              </a:rPr>
              <a:t> </a:t>
            </a:r>
            <a:r>
              <a:rPr lang="en-US" altLang="pt-BR" sz="4000">
                <a:solidFill>
                  <a:srgbClr val="F6941C"/>
                </a:solidFill>
                <a:sym typeface="+mn-ea"/>
              </a:rPr>
              <a:t>Master (Main)</a:t>
            </a:r>
            <a:r>
              <a:rPr lang="pt-BR" altLang="en-US" sz="4000">
                <a:solidFill>
                  <a:srgbClr val="F6941C"/>
                </a:solidFill>
                <a:sym typeface="+mn-ea"/>
              </a:rPr>
              <a:t> </a:t>
            </a:r>
            <a:endParaRPr lang="pt-BR" altLang="en-US" sz="4000">
              <a:solidFill>
                <a:srgbClr val="F6941C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aixa de Texto 1"/>
          <p:cNvSpPr txBox="1"/>
          <p:nvPr/>
        </p:nvSpPr>
        <p:spPr>
          <a:xfrm>
            <a:off x="1143000" y="1610360"/>
            <a:ext cx="7113905" cy="40049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altLang="en-US" sz="2400">
                <a:sym typeface="+mn-ea"/>
              </a:rPr>
              <a:t>R</a:t>
            </a:r>
            <a:r>
              <a:rPr lang="en-US" altLang="pt-BR" sz="2400">
                <a:sym typeface="+mn-ea"/>
              </a:rPr>
              <a:t>enomear sua master para main com o seguinte comando:</a:t>
            </a:r>
            <a:endParaRPr lang="en-US" altLang="pt-BR" sz="2400">
              <a:sym typeface="+mn-ea"/>
            </a:endParaRPr>
          </a:p>
          <a:p>
            <a:pPr marL="4953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-US" altLang="pt-BR" sz="2400">
                <a:sym typeface="+mn-ea"/>
              </a:rPr>
              <a:t>git branch -m master main</a:t>
            </a:r>
            <a:endParaRPr lang="en-US" altLang="pt-BR" sz="2400"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altLang="pt-BR" sz="2400">
              <a:sym typeface="+mn-ea"/>
            </a:endParaRPr>
          </a:p>
        </p:txBody>
      </p:sp>
      <p:sp>
        <p:nvSpPr>
          <p:cNvPr id="3" name="Caixa de Texto 2"/>
          <p:cNvSpPr txBox="1"/>
          <p:nvPr/>
        </p:nvSpPr>
        <p:spPr>
          <a:xfrm>
            <a:off x="1143000" y="716280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pt-BR" altLang="en-US" sz="4000">
                <a:solidFill>
                  <a:srgbClr val="F6941C"/>
                </a:solidFill>
                <a:sym typeface="+mn-ea"/>
              </a:rPr>
              <a:t>Renomeando </a:t>
            </a:r>
            <a:r>
              <a:rPr lang="en-US" altLang="pt-BR" sz="4000">
                <a:solidFill>
                  <a:srgbClr val="F6941C"/>
                </a:solidFill>
                <a:sym typeface="+mn-ea"/>
              </a:rPr>
              <a:t>Branch</a:t>
            </a:r>
            <a:endParaRPr lang="pt-BR" altLang="en-US" sz="4000">
              <a:solidFill>
                <a:srgbClr val="F6941C"/>
              </a:solidFill>
              <a:sym typeface="+mn-ea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6690" y="3865880"/>
            <a:ext cx="9076690" cy="1156970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aixa de Texto 1"/>
          <p:cNvSpPr txBox="1"/>
          <p:nvPr/>
        </p:nvSpPr>
        <p:spPr>
          <a:xfrm>
            <a:off x="1143000" y="1610360"/>
            <a:ext cx="8536305" cy="40049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altLang="pt-BR" sz="2400">
                <a:sym typeface="+mn-ea"/>
              </a:rPr>
              <a:t>Se a branch alvo for a branch atual, o nome dela pode ser omitida</a:t>
            </a:r>
            <a:endParaRPr lang="en-US" altLang="pt-BR" sz="2400"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altLang="pt-BR" sz="2400">
              <a:sym typeface="+mn-ea"/>
            </a:endParaRPr>
          </a:p>
          <a:p>
            <a:pPr marL="4953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-US" altLang="pt-BR" sz="2400">
                <a:sym typeface="+mn-ea"/>
              </a:rPr>
              <a:t>git branch -m </a:t>
            </a:r>
            <a:r>
              <a:rPr lang="pt-BR" altLang="en-US" sz="2400">
                <a:sym typeface="+mn-ea"/>
              </a:rPr>
              <a:t>main</a:t>
            </a:r>
            <a:endParaRPr lang="pt-BR" altLang="en-US" sz="2400">
              <a:sym typeface="+mn-ea"/>
            </a:endParaRPr>
          </a:p>
        </p:txBody>
      </p:sp>
      <p:sp>
        <p:nvSpPr>
          <p:cNvPr id="3" name="Caixa de Texto 2"/>
          <p:cNvSpPr txBox="1"/>
          <p:nvPr/>
        </p:nvSpPr>
        <p:spPr>
          <a:xfrm>
            <a:off x="1143000" y="716280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pt-BR" altLang="en-US" sz="4000">
                <a:solidFill>
                  <a:srgbClr val="F6941C"/>
                </a:solidFill>
                <a:sym typeface="+mn-ea"/>
              </a:rPr>
              <a:t>Renomeando </a:t>
            </a:r>
            <a:r>
              <a:rPr lang="en-US" altLang="pt-BR" sz="4000">
                <a:solidFill>
                  <a:srgbClr val="F6941C"/>
                </a:solidFill>
                <a:sym typeface="+mn-ea"/>
              </a:rPr>
              <a:t>Branch</a:t>
            </a:r>
            <a:endParaRPr lang="pt-BR" altLang="en-US" sz="4000">
              <a:solidFill>
                <a:srgbClr val="F6941C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aixa de Texto 1"/>
          <p:cNvSpPr txBox="1"/>
          <p:nvPr/>
        </p:nvSpPr>
        <p:spPr>
          <a:xfrm>
            <a:off x="1330960" y="403225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pt-BR" sz="4000">
                <a:solidFill>
                  <a:srgbClr val="F6941C"/>
                </a:solidFill>
                <a:sym typeface="+mn-ea"/>
              </a:rPr>
              <a:t>Branch</a:t>
            </a:r>
            <a:endParaRPr lang="en-US" altLang="pt-BR" sz="4000">
              <a:solidFill>
                <a:srgbClr val="F6941C"/>
              </a:solidFill>
              <a:sym typeface="+mn-ea"/>
            </a:endParaRPr>
          </a:p>
        </p:txBody>
      </p:sp>
      <p:sp>
        <p:nvSpPr>
          <p:cNvPr id="3" name="Caixa de Texto 2"/>
          <p:cNvSpPr txBox="1"/>
          <p:nvPr/>
        </p:nvSpPr>
        <p:spPr>
          <a:xfrm>
            <a:off x="1330960" y="1336040"/>
            <a:ext cx="8394065" cy="8312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altLang="pt-BR" sz="2400">
                <a:sym typeface="+mn-ea"/>
              </a:rPr>
              <a:t>Uma branch </a:t>
            </a:r>
            <a:r>
              <a:rPr lang="en-US" altLang="en-US" sz="2400">
                <a:sym typeface="+mn-ea"/>
              </a:rPr>
              <a:t>é</a:t>
            </a:r>
            <a:r>
              <a:rPr lang="en-US" altLang="pt-BR" sz="2400">
                <a:sym typeface="+mn-ea"/>
              </a:rPr>
              <a:t> uma ramifica</a:t>
            </a:r>
            <a:r>
              <a:rPr lang="en-US" altLang="en-US" sz="2400">
                <a:sym typeface="+mn-ea"/>
              </a:rPr>
              <a:t>ç</a:t>
            </a:r>
            <a:r>
              <a:rPr lang="en-US" altLang="en-US" sz="2400">
                <a:sym typeface="+mn-ea"/>
              </a:rPr>
              <a:t>ã</a:t>
            </a:r>
            <a:r>
              <a:rPr lang="en-US" altLang="pt-BR" sz="2400">
                <a:sym typeface="+mn-ea"/>
              </a:rPr>
              <a:t>o na linha do tempo do Git.</a:t>
            </a:r>
            <a:endParaRPr lang="en-US" altLang="pt-BR" sz="2400"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altLang="pt-BR" sz="2400"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altLang="pt-BR" sz="2400">
              <a:sym typeface="+mn-ea"/>
            </a:endParaRPr>
          </a:p>
        </p:txBody>
      </p:sp>
      <p:sp>
        <p:nvSpPr>
          <p:cNvPr id="4" name="Caixa de Texto 3"/>
          <p:cNvSpPr txBox="1"/>
          <p:nvPr/>
        </p:nvSpPr>
        <p:spPr>
          <a:xfrm>
            <a:off x="1330960" y="2399665"/>
            <a:ext cx="763968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pt-BR" sz="3200">
                <a:solidFill>
                  <a:srgbClr val="F6941C"/>
                </a:solidFill>
                <a:sym typeface="+mn-ea"/>
              </a:rPr>
              <a:t>Criando Branch</a:t>
            </a:r>
            <a:endParaRPr lang="en-US" altLang="pt-BR" sz="3200">
              <a:solidFill>
                <a:srgbClr val="F6941C"/>
              </a:solidFill>
              <a:sym typeface="+mn-ea"/>
            </a:endParaRPr>
          </a:p>
        </p:txBody>
      </p:sp>
      <p:sp>
        <p:nvSpPr>
          <p:cNvPr id="5" name="Caixa de Texto 4"/>
          <p:cNvSpPr txBox="1"/>
          <p:nvPr/>
        </p:nvSpPr>
        <p:spPr>
          <a:xfrm>
            <a:off x="1457960" y="2983230"/>
            <a:ext cx="8394065" cy="17957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r>
              <a:rPr lang="en-US" altLang="pt-BR" sz="2400">
                <a:sym typeface="+mn-ea"/>
              </a:rPr>
              <a:t>git branch </a:t>
            </a:r>
            <a:r>
              <a:rPr lang="pt-BR" altLang="en-US" sz="2400">
                <a:sym typeface="+mn-ea"/>
              </a:rPr>
              <a:t>NOMEdaBRANCH</a:t>
            </a:r>
            <a:endParaRPr lang="pt-BR" altLang="en-US" sz="2400"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endParaRPr lang="pt-BR" altLang="en-US" sz="2400"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r>
              <a:rPr lang="pt-BR" altLang="en-US" sz="2400">
                <a:sym typeface="+mn-ea"/>
              </a:rPr>
              <a:t>S</a:t>
            </a:r>
            <a:r>
              <a:rPr lang="en-US" altLang="pt-BR" sz="2400">
                <a:sym typeface="+mn-ea"/>
              </a:rPr>
              <a:t>implesmente cria uma branch e n</a:t>
            </a:r>
            <a:r>
              <a:rPr lang="en-US" altLang="en-US" sz="2400">
                <a:sym typeface="+mn-ea"/>
              </a:rPr>
              <a:t>ã</a:t>
            </a:r>
            <a:r>
              <a:rPr lang="en-US" altLang="pt-BR" sz="2400">
                <a:sym typeface="+mn-ea"/>
              </a:rPr>
              <a:t>o faz mais nada.</a:t>
            </a:r>
            <a:endParaRPr lang="en-US" altLang="pt-BR" sz="2400"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altLang="pt-BR" sz="2400">
              <a:sym typeface="+mn-ea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aixa de Texto 1"/>
          <p:cNvSpPr txBox="1"/>
          <p:nvPr/>
        </p:nvSpPr>
        <p:spPr>
          <a:xfrm>
            <a:off x="1143000" y="1610360"/>
            <a:ext cx="7113905" cy="40049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altLang="pt-BR" sz="2400">
                <a:sym typeface="+mn-ea"/>
              </a:rPr>
              <a:t>Por padr</a:t>
            </a:r>
            <a:r>
              <a:rPr lang="en-US" altLang="en-US" sz="2400">
                <a:sym typeface="+mn-ea"/>
              </a:rPr>
              <a:t>ã</a:t>
            </a:r>
            <a:r>
              <a:rPr lang="en-US" altLang="pt-BR" sz="2400">
                <a:sym typeface="+mn-ea"/>
              </a:rPr>
              <a:t>o, voc</a:t>
            </a:r>
            <a:r>
              <a:rPr lang="en-US" altLang="en-US" sz="2400">
                <a:sym typeface="+mn-ea"/>
              </a:rPr>
              <a:t>ê</a:t>
            </a:r>
            <a:r>
              <a:rPr lang="en-US" altLang="pt-BR" sz="2400">
                <a:sym typeface="+mn-ea"/>
              </a:rPr>
              <a:t> n</a:t>
            </a:r>
            <a:r>
              <a:rPr lang="en-US" altLang="en-US" sz="2400">
                <a:sym typeface="+mn-ea"/>
              </a:rPr>
              <a:t>ã</a:t>
            </a:r>
            <a:r>
              <a:rPr lang="en-US" altLang="pt-BR" sz="2400">
                <a:sym typeface="+mn-ea"/>
              </a:rPr>
              <a:t>o vai estar na branch que criou. Para trocar de branch use</a:t>
            </a:r>
            <a:r>
              <a:rPr lang="pt-BR" altLang="en-US" sz="2400">
                <a:sym typeface="+mn-ea"/>
              </a:rPr>
              <a:t>:</a:t>
            </a:r>
            <a:endParaRPr lang="en-US" altLang="pt-BR" sz="2400">
              <a:sym typeface="+mn-ea"/>
            </a:endParaRPr>
          </a:p>
          <a:p>
            <a:pPr marL="4953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-US" altLang="pt-BR" sz="2400">
                <a:sym typeface="+mn-ea"/>
              </a:rPr>
              <a:t>git checkout </a:t>
            </a:r>
            <a:r>
              <a:rPr lang="pt-BR" altLang="en-US" sz="2400">
                <a:sym typeface="+mn-ea"/>
              </a:rPr>
              <a:t>NOMEdaBRANCH</a:t>
            </a:r>
            <a:endParaRPr lang="en-US" altLang="pt-BR" sz="2400"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altLang="pt-BR" sz="2400">
              <a:sym typeface="+mn-ea"/>
            </a:endParaRPr>
          </a:p>
        </p:txBody>
      </p:sp>
      <p:sp>
        <p:nvSpPr>
          <p:cNvPr id="3" name="Caixa de Texto 2"/>
          <p:cNvSpPr txBox="1"/>
          <p:nvPr/>
        </p:nvSpPr>
        <p:spPr>
          <a:xfrm>
            <a:off x="1143000" y="716280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pt-BR" altLang="en-US" sz="4000">
                <a:solidFill>
                  <a:srgbClr val="F6941C"/>
                </a:solidFill>
                <a:sym typeface="+mn-ea"/>
              </a:rPr>
              <a:t>Trocando</a:t>
            </a:r>
            <a:r>
              <a:rPr lang="en-US" altLang="pt-BR" sz="4000">
                <a:solidFill>
                  <a:srgbClr val="F6941C"/>
                </a:solidFill>
                <a:sym typeface="+mn-ea"/>
              </a:rPr>
              <a:t> Branch</a:t>
            </a:r>
            <a:endParaRPr lang="pt-BR" altLang="en-US" sz="4000">
              <a:solidFill>
                <a:srgbClr val="F6941C"/>
              </a:solidFill>
              <a:sym typeface="+mn-ea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8290" y="3734435"/>
            <a:ext cx="9076690" cy="1156970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965200" y="316865"/>
            <a:ext cx="763968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pt-BR" sz="3200">
                <a:solidFill>
                  <a:srgbClr val="F6941C"/>
                </a:solidFill>
                <a:sym typeface="+mn-ea"/>
              </a:rPr>
              <a:t>Criando</a:t>
            </a:r>
            <a:r>
              <a:rPr lang="pt-BR" altLang="en-US" sz="3200">
                <a:solidFill>
                  <a:srgbClr val="F6941C"/>
                </a:solidFill>
                <a:sym typeface="+mn-ea"/>
              </a:rPr>
              <a:t> e trocando de</a:t>
            </a:r>
            <a:r>
              <a:rPr lang="en-US" altLang="pt-BR" sz="3200">
                <a:solidFill>
                  <a:srgbClr val="F6941C"/>
                </a:solidFill>
                <a:sym typeface="+mn-ea"/>
              </a:rPr>
              <a:t> Branch</a:t>
            </a:r>
            <a:endParaRPr lang="en-US" altLang="pt-BR" sz="3200">
              <a:solidFill>
                <a:srgbClr val="F6941C"/>
              </a:solidFill>
              <a:sym typeface="+mn-ea"/>
            </a:endParaRPr>
          </a:p>
        </p:txBody>
      </p:sp>
      <p:sp>
        <p:nvSpPr>
          <p:cNvPr id="2" name="Caixa de Texto 1"/>
          <p:cNvSpPr txBox="1"/>
          <p:nvPr/>
        </p:nvSpPr>
        <p:spPr>
          <a:xfrm>
            <a:off x="1143000" y="1610360"/>
            <a:ext cx="7113905" cy="40049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altLang="pt-BR" sz="2400">
                <a:sym typeface="+mn-ea"/>
              </a:rPr>
              <a:t>Para criar e trocar de branch ao mesmo tempo</a:t>
            </a:r>
            <a:endParaRPr lang="en-US" altLang="pt-BR" sz="2400">
              <a:sym typeface="+mn-ea"/>
            </a:endParaRPr>
          </a:p>
          <a:p>
            <a:pPr marL="4953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-US" altLang="pt-BR" sz="2400">
                <a:sym typeface="+mn-ea"/>
              </a:rPr>
              <a:t>git checkout -b </a:t>
            </a:r>
            <a:r>
              <a:rPr lang="pt-BR" altLang="en-US" sz="2400">
                <a:sym typeface="+mn-ea"/>
              </a:rPr>
              <a:t>NOMEdaBRANCH</a:t>
            </a:r>
            <a:endParaRPr lang="en-US" altLang="pt-BR" sz="2400">
              <a:sym typeface="+mn-ea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965200" y="316865"/>
            <a:ext cx="763968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pt-BR" sz="3200">
                <a:solidFill>
                  <a:srgbClr val="F6941C"/>
                </a:solidFill>
                <a:sym typeface="+mn-ea"/>
              </a:rPr>
              <a:t>Criando</a:t>
            </a:r>
            <a:r>
              <a:rPr lang="pt-BR" altLang="en-US" sz="3200">
                <a:solidFill>
                  <a:srgbClr val="F6941C"/>
                </a:solidFill>
                <a:sym typeface="+mn-ea"/>
              </a:rPr>
              <a:t> branch por commit</a:t>
            </a:r>
            <a:endParaRPr lang="pt-BR" sz="3200">
              <a:solidFill>
                <a:srgbClr val="F6941C"/>
              </a:solidFill>
              <a:sym typeface="+mn-ea"/>
            </a:endParaRPr>
          </a:p>
        </p:txBody>
      </p:sp>
      <p:sp>
        <p:nvSpPr>
          <p:cNvPr id="2" name="Caixa de Texto 1"/>
          <p:cNvSpPr txBox="1"/>
          <p:nvPr/>
        </p:nvSpPr>
        <p:spPr>
          <a:xfrm>
            <a:off x="1143000" y="1610360"/>
            <a:ext cx="10008235" cy="40049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altLang="pt-BR" sz="2400">
                <a:sym typeface="+mn-ea"/>
              </a:rPr>
              <a:t>Por padr</a:t>
            </a:r>
            <a:r>
              <a:rPr lang="en-US" altLang="en-US" sz="2400">
                <a:sym typeface="+mn-ea"/>
              </a:rPr>
              <a:t>ã</a:t>
            </a:r>
            <a:r>
              <a:rPr lang="en-US" altLang="pt-BR" sz="2400">
                <a:sym typeface="+mn-ea"/>
              </a:rPr>
              <a:t>o, a nova branch come</a:t>
            </a:r>
            <a:r>
              <a:rPr lang="en-US" altLang="en-US" sz="2400">
                <a:sym typeface="+mn-ea"/>
              </a:rPr>
              <a:t>ç</a:t>
            </a:r>
            <a:r>
              <a:rPr lang="en-US" altLang="pt-BR" sz="2400">
                <a:sym typeface="+mn-ea"/>
              </a:rPr>
              <a:t>a do commit atual (HEAD).</a:t>
            </a:r>
            <a:endParaRPr lang="en-US" altLang="pt-BR" sz="2400"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altLang="pt-BR" sz="2400"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altLang="en-US" sz="2400">
                <a:sym typeface="+mn-ea"/>
              </a:rPr>
              <a:t>É</a:t>
            </a:r>
            <a:r>
              <a:rPr lang="en-US" altLang="pt-BR" sz="2400">
                <a:sym typeface="+mn-ea"/>
              </a:rPr>
              <a:t> poss</a:t>
            </a:r>
            <a:r>
              <a:rPr lang="en-US" altLang="en-US" sz="2400">
                <a:sym typeface="+mn-ea"/>
              </a:rPr>
              <a:t>í</a:t>
            </a:r>
            <a:r>
              <a:rPr lang="en-US" altLang="pt-BR" sz="2400">
                <a:sym typeface="+mn-ea"/>
              </a:rPr>
              <a:t>vel criar uma branch a partir de um commit.</a:t>
            </a:r>
            <a:r>
              <a:rPr lang="pt-BR" altLang="en-US" sz="2400">
                <a:sym typeface="+mn-ea"/>
              </a:rPr>
              <a:t> </a:t>
            </a:r>
            <a:endParaRPr lang="pt-BR" altLang="en-US" sz="2400">
              <a:sym typeface="+mn-ea"/>
            </a:endParaRPr>
          </a:p>
          <a:p>
            <a:pPr marL="15240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altLang="en-US">
                <a:sym typeface="+mn-ea"/>
              </a:rPr>
              <a:t>Lembre do que foi visto em GIT LOG e </a:t>
            </a:r>
            <a:r>
              <a:rPr lang="pt-BR" altLang="en-US">
                <a:sym typeface="+mn-ea"/>
              </a:rPr>
              <a:t>GIT </a:t>
            </a:r>
            <a:r>
              <a:rPr lang="pt-BR" altLang="en-US">
                <a:sym typeface="+mn-ea"/>
              </a:rPr>
              <a:t>SHOW</a:t>
            </a:r>
            <a:endParaRPr lang="en-US" altLang="pt-BR"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altLang="pt-BR" sz="2400">
              <a:sym typeface="+mn-ea"/>
            </a:endParaRPr>
          </a:p>
          <a:p>
            <a:pPr marL="4953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-US" altLang="pt-BR" sz="2400">
                <a:sym typeface="+mn-ea"/>
              </a:rPr>
              <a:t>git branch </a:t>
            </a:r>
            <a:r>
              <a:rPr lang="pt-BR" altLang="en-US" sz="2400">
                <a:sym typeface="+mn-ea"/>
              </a:rPr>
              <a:t>NOMEdaBRANCH</a:t>
            </a:r>
            <a:r>
              <a:rPr lang="en-US" altLang="pt-BR" sz="2400">
                <a:sym typeface="+mn-ea"/>
              </a:rPr>
              <a:t> </a:t>
            </a:r>
            <a:r>
              <a:rPr lang="pt-BR" altLang="en-US" sz="2400">
                <a:sym typeface="+mn-ea"/>
              </a:rPr>
              <a:t>commitEscolhido</a:t>
            </a:r>
            <a:endParaRPr lang="en-US" altLang="pt-BR" sz="2400"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altLang="pt-BR" sz="2400">
              <a:sym typeface="+mn-ea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m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4580" y="0"/>
            <a:ext cx="6873240" cy="5699760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aixa de Texto 1"/>
          <p:cNvSpPr txBox="1"/>
          <p:nvPr/>
        </p:nvSpPr>
        <p:spPr>
          <a:xfrm>
            <a:off x="1143000" y="1000760"/>
            <a:ext cx="3405505" cy="21456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sz="2400">
                <a:solidFill>
                  <a:srgbClr val="F6941C"/>
                </a:solidFill>
                <a:sym typeface="+mn-ea"/>
              </a:rPr>
              <a:t>Fluxo de trabalho</a:t>
            </a:r>
            <a:endParaRPr lang="pt-BR" altLang="pt-BR" sz="2400">
              <a:solidFill>
                <a:srgbClr val="F6941C"/>
              </a:solidFill>
              <a:sym typeface="+mn-ea"/>
            </a:endParaRPr>
          </a:p>
        </p:txBody>
      </p:sp>
      <p:sp>
        <p:nvSpPr>
          <p:cNvPr id="3" name="Caixa de Texto 2"/>
          <p:cNvSpPr txBox="1"/>
          <p:nvPr/>
        </p:nvSpPr>
        <p:spPr>
          <a:xfrm>
            <a:off x="1143000" y="716280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pt-BR" sz="4000">
                <a:solidFill>
                  <a:srgbClr val="F6941C"/>
                </a:solidFill>
                <a:sym typeface="+mn-ea"/>
              </a:rPr>
              <a:t>Branch</a:t>
            </a:r>
            <a:endParaRPr lang="en-US" altLang="pt-BR" sz="4000">
              <a:solidFill>
                <a:srgbClr val="F6941C"/>
              </a:solidFill>
              <a:sym typeface="+mn-ea"/>
            </a:endParaRPr>
          </a:p>
        </p:txBody>
      </p:sp>
      <p:pic>
        <p:nvPicPr>
          <p:cNvPr id="548" name="Google Shape;548;p87"/>
          <p:cNvPicPr preferRelativeResize="0"/>
          <p:nvPr/>
        </p:nvPicPr>
        <p:blipFill>
          <a:blip r:embed="rId1"/>
          <a:srcRect b="53701"/>
          <a:stretch>
            <a:fillRect/>
          </a:stretch>
        </p:blipFill>
        <p:spPr>
          <a:xfrm>
            <a:off x="1456055" y="1350010"/>
            <a:ext cx="5287010" cy="3533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548;p87"/>
          <p:cNvPicPr preferRelativeResize="0"/>
          <p:nvPr/>
        </p:nvPicPr>
        <p:blipFill>
          <a:blip r:embed="rId1"/>
          <a:srcRect t="57270"/>
          <a:stretch>
            <a:fillRect/>
          </a:stretch>
        </p:blipFill>
        <p:spPr>
          <a:xfrm>
            <a:off x="6010275" y="1091565"/>
            <a:ext cx="5297170" cy="365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965200" y="316865"/>
            <a:ext cx="763968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pt-BR" sz="3200">
                <a:solidFill>
                  <a:srgbClr val="F6941C"/>
                </a:solidFill>
                <a:sym typeface="+mn-ea"/>
              </a:rPr>
              <a:t>Deletando</a:t>
            </a:r>
            <a:r>
              <a:rPr lang="en-US" altLang="pt-BR" sz="3200">
                <a:solidFill>
                  <a:srgbClr val="F6941C"/>
                </a:solidFill>
                <a:sym typeface="+mn-ea"/>
              </a:rPr>
              <a:t> Branch</a:t>
            </a:r>
            <a:endParaRPr lang="en-US" altLang="pt-BR" sz="3200">
              <a:solidFill>
                <a:srgbClr val="F6941C"/>
              </a:solidFill>
              <a:sym typeface="+mn-ea"/>
            </a:endParaRPr>
          </a:p>
        </p:txBody>
      </p:sp>
      <p:sp>
        <p:nvSpPr>
          <p:cNvPr id="2" name="Caixa de Texto 1"/>
          <p:cNvSpPr txBox="1"/>
          <p:nvPr/>
        </p:nvSpPr>
        <p:spPr>
          <a:xfrm>
            <a:off x="1143000" y="1610360"/>
            <a:ext cx="7113905" cy="40049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altLang="pt-BR" sz="2400">
                <a:sym typeface="+mn-ea"/>
              </a:rPr>
              <a:t>Para </a:t>
            </a:r>
            <a:r>
              <a:rPr lang="pt-BR" altLang="en-US" sz="2400">
                <a:sym typeface="+mn-ea"/>
              </a:rPr>
              <a:t>deletar (r</a:t>
            </a:r>
            <a:r>
              <a:rPr lang="en-US" altLang="pt-BR" sz="2400">
                <a:sym typeface="+mn-ea"/>
              </a:rPr>
              <a:t>equer que voc</a:t>
            </a:r>
            <a:r>
              <a:rPr lang="en-US" altLang="en-US" sz="2400">
                <a:sym typeface="+mn-ea"/>
              </a:rPr>
              <a:t>ê</a:t>
            </a:r>
            <a:r>
              <a:rPr lang="en-US" altLang="pt-BR" sz="2400">
                <a:sym typeface="+mn-ea"/>
              </a:rPr>
              <a:t> tenha feito merge</a:t>
            </a:r>
            <a:r>
              <a:rPr lang="pt-BR" altLang="en-US" sz="2400">
                <a:sym typeface="+mn-ea"/>
              </a:rPr>
              <a:t>)</a:t>
            </a:r>
            <a:endParaRPr lang="pt-BR" altLang="en-US" sz="2400"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altLang="pt-BR" sz="2400">
              <a:sym typeface="+mn-ea"/>
            </a:endParaRPr>
          </a:p>
          <a:p>
            <a:pPr marL="4953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-US" altLang="pt-BR" sz="2400">
                <a:sym typeface="+mn-ea"/>
              </a:rPr>
              <a:t>git branch -d </a:t>
            </a:r>
            <a:r>
              <a:rPr lang="pt-BR" altLang="en-US" sz="2400">
                <a:sym typeface="+mn-ea"/>
              </a:rPr>
              <a:t>NOMEdaBRANCH</a:t>
            </a:r>
            <a:endParaRPr lang="pt-BR" altLang="en-US" sz="2400">
              <a:sym typeface="+mn-ea"/>
            </a:endParaRPr>
          </a:p>
          <a:p>
            <a:pPr marL="4953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endParaRPr lang="pt-BR" altLang="en-US" sz="2400"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r>
              <a:rPr lang="pt-BR" altLang="en-US" sz="2400">
                <a:sym typeface="+mn-ea"/>
              </a:rPr>
              <a:t>Para forçar</a:t>
            </a:r>
            <a:endParaRPr lang="pt-BR" altLang="en-US" sz="2400"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endParaRPr lang="pt-BR" altLang="en-US" sz="2400">
              <a:sym typeface="+mn-ea"/>
            </a:endParaRPr>
          </a:p>
          <a:p>
            <a:pPr marL="4953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-US" altLang="pt-BR" sz="2400">
                <a:sym typeface="+mn-ea"/>
              </a:rPr>
              <a:t>git branch -D </a:t>
            </a:r>
            <a:r>
              <a:rPr lang="pt-BR" altLang="en-US" sz="2400">
                <a:sym typeface="+mn-ea"/>
              </a:rPr>
              <a:t>NOMEdaBRANCH</a:t>
            </a:r>
            <a:endParaRPr lang="en-US" altLang="pt-BR" sz="2400">
              <a:sym typeface="+mn-ea"/>
            </a:endParaRPr>
          </a:p>
          <a:p>
            <a:pPr marL="4953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endParaRPr lang="pt-BR" altLang="en-US" sz="2400"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r>
              <a:rPr lang="en-US" altLang="pt-BR" sz="2400">
                <a:sym typeface="+mn-ea"/>
              </a:rPr>
              <a:t> </a:t>
            </a:r>
            <a:endParaRPr lang="en-US" altLang="pt-BR" sz="2400">
              <a:sym typeface="+mn-ea"/>
            </a:endParaRPr>
          </a:p>
          <a:p>
            <a:pPr marL="4953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endParaRPr lang="pt-BR" altLang="en-US" sz="2400">
              <a:sym typeface="+mn-ea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680720" y="184785"/>
            <a:ext cx="763968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pt-BR" sz="4000">
                <a:solidFill>
                  <a:srgbClr val="F6941C"/>
                </a:solidFill>
                <a:sym typeface="+mn-ea"/>
              </a:rPr>
              <a:t>Git Merge</a:t>
            </a:r>
            <a:endParaRPr lang="pt-BR" sz="4000">
              <a:solidFill>
                <a:srgbClr val="F6941C"/>
              </a:solidFill>
              <a:sym typeface="+mn-ea"/>
            </a:endParaRPr>
          </a:p>
        </p:txBody>
      </p:sp>
      <p:sp>
        <p:nvSpPr>
          <p:cNvPr id="2" name="Caixa de Texto 1"/>
          <p:cNvSpPr txBox="1"/>
          <p:nvPr/>
        </p:nvSpPr>
        <p:spPr>
          <a:xfrm>
            <a:off x="899160" y="1010920"/>
            <a:ext cx="10008235" cy="40049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altLang="pt-BR" sz="2400">
                <a:sym typeface="+mn-ea"/>
              </a:rPr>
              <a:t>Esses diferentes "galhos" na linha do tempo, podem eventualmente juntar-se novamente, no que chamamos de merge (literalmente "uni</a:t>
            </a:r>
            <a:r>
              <a:rPr lang="en-US" altLang="en-US" sz="2400">
                <a:sym typeface="+mn-ea"/>
              </a:rPr>
              <a:t>ã</a:t>
            </a:r>
            <a:r>
              <a:rPr lang="en-US" altLang="pt-BR" sz="2400">
                <a:sym typeface="+mn-ea"/>
              </a:rPr>
              <a:t>o" ou "mescla")</a:t>
            </a:r>
            <a:endParaRPr lang="en-US" altLang="pt-BR" sz="2400"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altLang="pt-BR" sz="2400"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altLang="pt-BR" sz="2400">
                <a:sym typeface="+mn-ea"/>
              </a:rPr>
              <a:t>Por exemplo, suponha que estejamos em uma branch</a:t>
            </a:r>
            <a:r>
              <a:rPr lang="pt-BR" altLang="en-US" sz="2400">
                <a:sym typeface="+mn-ea"/>
              </a:rPr>
              <a:t> “master” e queremos mesclar com outra </a:t>
            </a:r>
            <a:r>
              <a:rPr lang="en-US" altLang="pt-BR" sz="2400">
                <a:sym typeface="+mn-ea"/>
              </a:rPr>
              <a:t>branch</a:t>
            </a:r>
            <a:r>
              <a:rPr lang="pt-BR" altLang="en-US" sz="2400">
                <a:sym typeface="+mn-ea"/>
              </a:rPr>
              <a:t> “teste”</a:t>
            </a:r>
            <a:endParaRPr lang="pt-BR" altLang="en-US" sz="2400"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pt-BR" altLang="en-US" sz="2400">
              <a:sym typeface="+mn-ea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0705" y="3359150"/>
            <a:ext cx="6132830" cy="2632075"/>
          </a:xfrm>
          <a:prstGeom prst="rect">
            <a:avLst/>
          </a:prstGeom>
        </p:spPr>
      </p:pic>
      <p:sp>
        <p:nvSpPr>
          <p:cNvPr id="7" name="Caixa de Texto 6"/>
          <p:cNvSpPr txBox="1"/>
          <p:nvPr/>
        </p:nvSpPr>
        <p:spPr>
          <a:xfrm>
            <a:off x="1051560" y="4058920"/>
            <a:ext cx="4507230" cy="20116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l"/>
            <a:endParaRPr lang="en-US" altLang="zh-CN" sz="2400">
              <a:latin typeface="Calibri" panose="020F0502020204030204" charset="0"/>
              <a:ea typeface="Source Code Pro"/>
              <a:cs typeface="Calibri" panose="020F0502020204030204" charset="0"/>
              <a:sym typeface="+mn-ea"/>
            </a:endParaRPr>
          </a:p>
        </p:txBody>
      </p:sp>
      <p:sp>
        <p:nvSpPr>
          <p:cNvPr id="8" name="Caixa de Texto 7"/>
          <p:cNvSpPr txBox="1"/>
          <p:nvPr/>
        </p:nvSpPr>
        <p:spPr>
          <a:xfrm>
            <a:off x="1196340" y="4157980"/>
            <a:ext cx="4217035" cy="19126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l"/>
            <a:r>
              <a:rPr lang="en-US" altLang="zh-CN" sz="2000">
                <a:latin typeface="Calibri" panose="020F0502020204030204" charset="0"/>
                <a:ea typeface="Open Sans"/>
                <a:cs typeface="Calibri" panose="020F0502020204030204" charset="0"/>
                <a:sym typeface="+mn-ea"/>
              </a:rPr>
              <a:t>Suponha que queiramos aplicar as os</a:t>
            </a:r>
            <a:r>
              <a:rPr lang="pt-BR" altLang="en-US" sz="2000">
                <a:latin typeface="Calibri" panose="020F0502020204030204" charset="0"/>
                <a:ea typeface="Open Sans"/>
                <a:cs typeface="Calibri" panose="020F0502020204030204" charset="0"/>
                <a:sym typeface="+mn-ea"/>
              </a:rPr>
              <a:t> d</a:t>
            </a:r>
            <a:r>
              <a:rPr lang="en-US" altLang="zh-CN" sz="2000">
                <a:latin typeface="Calibri" panose="020F0502020204030204" charset="0"/>
                <a:ea typeface="Open Sans"/>
                <a:cs typeface="Calibri" panose="020F0502020204030204" charset="0"/>
                <a:sym typeface="+mn-ea"/>
              </a:rPr>
              <a:t>ois commits </a:t>
            </a:r>
            <a:r>
              <a:rPr lang="en-US" altLang="zh-CN" sz="2000">
                <a:highlight>
                  <a:srgbClr val="FFFF00"/>
                </a:highlight>
                <a:latin typeface="Calibri" panose="020F0502020204030204" charset="0"/>
                <a:ea typeface="Source Code Pro"/>
                <a:cs typeface="Calibri" panose="020F0502020204030204" charset="0"/>
                <a:sym typeface="+mn-ea"/>
              </a:rPr>
              <a:t>4b12d0a</a:t>
            </a:r>
            <a:r>
              <a:rPr lang="en-US" altLang="zh-CN" sz="2000">
                <a:highlight>
                  <a:srgbClr val="FFFF00"/>
                </a:highlight>
                <a:latin typeface="Calibri" panose="020F0502020204030204" charset="0"/>
                <a:ea typeface="Open Sans"/>
                <a:cs typeface="Calibri" panose="020F0502020204030204" charset="0"/>
                <a:sym typeface="+mn-ea"/>
              </a:rPr>
              <a:t> </a:t>
            </a:r>
            <a:r>
              <a:rPr lang="en-US" altLang="zh-CN" sz="2000">
                <a:latin typeface="Calibri" panose="020F0502020204030204" charset="0"/>
                <a:ea typeface="Open Sans"/>
                <a:cs typeface="Calibri" panose="020F0502020204030204" charset="0"/>
                <a:sym typeface="+mn-ea"/>
              </a:rPr>
              <a:t>e </a:t>
            </a:r>
            <a:r>
              <a:rPr lang="en-US" altLang="zh-CN" sz="2000">
                <a:highlight>
                  <a:srgbClr val="FFFF00"/>
                </a:highlight>
                <a:latin typeface="Calibri" panose="020F0502020204030204" charset="0"/>
                <a:ea typeface="Source Code Pro"/>
                <a:cs typeface="Calibri" panose="020F0502020204030204" charset="0"/>
                <a:sym typeface="+mn-ea"/>
              </a:rPr>
              <a:t>b49a7ed</a:t>
            </a:r>
            <a:r>
              <a:rPr lang="en-US" altLang="zh-CN" sz="2000">
                <a:highlight>
                  <a:srgbClr val="FFFF00"/>
                </a:highlight>
                <a:latin typeface="Calibri" panose="020F0502020204030204" charset="0"/>
                <a:ea typeface="Open Sans"/>
                <a:cs typeface="Calibri" panose="020F0502020204030204" charset="0"/>
                <a:sym typeface="+mn-ea"/>
              </a:rPr>
              <a:t> </a:t>
            </a:r>
            <a:r>
              <a:rPr lang="en-US" altLang="zh-CN" sz="2000">
                <a:latin typeface="Calibri" panose="020F0502020204030204" charset="0"/>
                <a:ea typeface="Open Sans"/>
                <a:cs typeface="Calibri" panose="020F0502020204030204" charset="0"/>
                <a:sym typeface="+mn-ea"/>
              </a:rPr>
              <a:t>à</a:t>
            </a:r>
            <a:r>
              <a:rPr lang="pt-BR" altLang="en-US" sz="2000">
                <a:latin typeface="Calibri" panose="020F0502020204030204" charset="0"/>
                <a:ea typeface="Open Sans"/>
                <a:cs typeface="Calibri" panose="020F0502020204030204" charset="0"/>
                <a:sym typeface="+mn-ea"/>
              </a:rPr>
              <a:t> </a:t>
            </a:r>
            <a:r>
              <a:rPr lang="en-US" altLang="zh-CN" sz="2000">
                <a:latin typeface="Calibri" panose="020F0502020204030204" charset="0"/>
                <a:ea typeface="Open Sans"/>
                <a:cs typeface="Calibri" panose="020F0502020204030204" charset="0"/>
                <a:sym typeface="+mn-ea"/>
              </a:rPr>
              <a:t> branch </a:t>
            </a:r>
            <a:r>
              <a:rPr lang="en-US" altLang="zh-CN" sz="2000">
                <a:latin typeface="Calibri" panose="020F0502020204030204" charset="0"/>
                <a:ea typeface="Source Code Pro"/>
                <a:cs typeface="Calibri" panose="020F0502020204030204" charset="0"/>
                <a:sym typeface="+mn-ea"/>
              </a:rPr>
              <a:t>master</a:t>
            </a:r>
            <a:endParaRPr lang="en-US" altLang="zh-CN" sz="2000">
              <a:latin typeface="Calibri" panose="020F0502020204030204" charset="0"/>
              <a:ea typeface="Source Code Pro"/>
              <a:cs typeface="Calibri" panose="020F0502020204030204" charset="0"/>
              <a:sym typeface="+mn-ea"/>
            </a:endParaRPr>
          </a:p>
          <a:p>
            <a:pPr marL="0" indent="0" algn="l"/>
            <a:endParaRPr lang="en-US" altLang="zh-CN" sz="2000">
              <a:latin typeface="Calibri" panose="020F0502020204030204" charset="0"/>
              <a:ea typeface="Source Code Pro"/>
              <a:cs typeface="Calibri" panose="020F0502020204030204" charset="0"/>
              <a:sym typeface="+mn-ea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pt-BR" sz="2000">
                <a:latin typeface="Calibri" panose="020F0502020204030204" charset="0"/>
                <a:ea typeface="Source Code Pro"/>
                <a:cs typeface="Calibri" panose="020F0502020204030204" charset="0"/>
                <a:sym typeface="+mn-ea"/>
              </a:rPr>
              <a:t>git merge teste</a:t>
            </a:r>
            <a:endParaRPr lang="en-US" altLang="pt-BR" sz="2000">
              <a:latin typeface="Calibri" panose="020F0502020204030204" charset="0"/>
              <a:ea typeface="Source Code Pro"/>
              <a:cs typeface="Calibri" panose="020F0502020204030204" charset="0"/>
              <a:sym typeface="+mn-ea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pt-BR" sz="2000">
              <a:latin typeface="Calibri" panose="020F0502020204030204" charset="0"/>
              <a:ea typeface="Source Code Pro"/>
              <a:cs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680720" y="184785"/>
            <a:ext cx="763968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pt-BR" sz="4000">
                <a:solidFill>
                  <a:srgbClr val="F6941C"/>
                </a:solidFill>
                <a:sym typeface="+mn-ea"/>
              </a:rPr>
              <a:t>Git Merge</a:t>
            </a:r>
            <a:endParaRPr lang="pt-BR" sz="4000">
              <a:solidFill>
                <a:srgbClr val="F6941C"/>
              </a:solidFill>
              <a:sym typeface="+mn-ea"/>
            </a:endParaRPr>
          </a:p>
        </p:txBody>
      </p:sp>
      <p:sp>
        <p:nvSpPr>
          <p:cNvPr id="7" name="Caixa de Texto 6"/>
          <p:cNvSpPr txBox="1"/>
          <p:nvPr/>
        </p:nvSpPr>
        <p:spPr>
          <a:xfrm>
            <a:off x="1051560" y="4058920"/>
            <a:ext cx="4507230" cy="20116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l"/>
            <a:endParaRPr lang="en-US" altLang="zh-CN" sz="2400">
              <a:latin typeface="Calibri" panose="020F0502020204030204" charset="0"/>
              <a:ea typeface="Source Code Pro"/>
              <a:cs typeface="Calibri" panose="020F0502020204030204" charset="0"/>
              <a:sym typeface="+mn-ea"/>
            </a:endParaRPr>
          </a:p>
        </p:txBody>
      </p:sp>
      <p:sp>
        <p:nvSpPr>
          <p:cNvPr id="8" name="Caixa de Texto 7"/>
          <p:cNvSpPr txBox="1"/>
          <p:nvPr/>
        </p:nvSpPr>
        <p:spPr>
          <a:xfrm>
            <a:off x="1196340" y="1010920"/>
            <a:ext cx="4217035" cy="19126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5240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altLang="pt-BR" sz="2400">
                <a:sym typeface="+mn-ea"/>
              </a:rPr>
              <a:t>O resultado ser</a:t>
            </a:r>
            <a:r>
              <a:rPr lang="en-US" altLang="en-US" sz="2400">
                <a:sym typeface="+mn-ea"/>
              </a:rPr>
              <a:t>á</a:t>
            </a:r>
            <a:endParaRPr lang="en-US" altLang="en-US" sz="2400">
              <a:latin typeface="Calibri" panose="020F0502020204030204" charset="0"/>
              <a:ea typeface="Source Code Pro"/>
              <a:cs typeface="Calibri" panose="020F0502020204030204" charset="0"/>
              <a:sym typeface="+mn-ea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1930" y="2077085"/>
            <a:ext cx="3941445" cy="3150870"/>
          </a:xfrm>
          <a:prstGeom prst="rect">
            <a:avLst/>
          </a:prstGeom>
        </p:spPr>
      </p:pic>
      <p:sp>
        <p:nvSpPr>
          <p:cNvPr id="6" name="Caixa de Texto 5"/>
          <p:cNvSpPr txBox="1"/>
          <p:nvPr/>
        </p:nvSpPr>
        <p:spPr>
          <a:xfrm>
            <a:off x="6464935" y="1010920"/>
            <a:ext cx="5527040" cy="19126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altLang="en-US" sz="2400">
                <a:latin typeface="Calibri" panose="020F0502020204030204" charset="0"/>
                <a:ea typeface="Source Code Pro"/>
                <a:cs typeface="Calibri" panose="020F0502020204030204" charset="0"/>
                <a:sym typeface="+mn-ea"/>
              </a:rPr>
              <a:t>A </a:t>
            </a:r>
            <a:r>
              <a:rPr lang="en-US" altLang="pt-BR" sz="2400">
                <a:latin typeface="Calibri" panose="020F0502020204030204" charset="0"/>
                <a:ea typeface="Source Code Pro"/>
                <a:cs typeface="Calibri" panose="020F0502020204030204" charset="0"/>
                <a:sym typeface="+mn-ea"/>
              </a:rPr>
              <a:t>branch teste continuar</a:t>
            </a:r>
            <a:r>
              <a:rPr lang="en-US" altLang="en-US" sz="2400">
                <a:latin typeface="Calibri" panose="020F0502020204030204" charset="0"/>
                <a:ea typeface="Source Code Pro"/>
                <a:cs typeface="Calibri" panose="020F0502020204030204" charset="0"/>
                <a:sym typeface="+mn-ea"/>
              </a:rPr>
              <a:t>á</a:t>
            </a:r>
            <a:r>
              <a:rPr lang="en-US" altLang="pt-BR" sz="2400">
                <a:latin typeface="Calibri" panose="020F0502020204030204" charset="0"/>
                <a:ea typeface="Source Code Pro"/>
                <a:cs typeface="Calibri" panose="020F0502020204030204" charset="0"/>
                <a:sym typeface="+mn-ea"/>
              </a:rPr>
              <a:t> existindo. Podemos fazer um novo commit nela</a:t>
            </a:r>
            <a:endParaRPr lang="en-US" altLang="pt-BR" sz="2400">
              <a:latin typeface="Calibri" panose="020F0502020204030204" charset="0"/>
              <a:ea typeface="Source Code Pro"/>
              <a:cs typeface="Calibri" panose="020F0502020204030204" charset="0"/>
              <a:sym typeface="+mn-ea"/>
            </a:endParaRP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210" y="2543175"/>
            <a:ext cx="3538220" cy="2684780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55" name="Google Shape;555;p88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548490" y="716135"/>
            <a:ext cx="5635150" cy="43602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Caixa de Texto 7"/>
          <p:cNvSpPr txBox="1"/>
          <p:nvPr/>
        </p:nvSpPr>
        <p:spPr>
          <a:xfrm>
            <a:off x="1143000" y="716280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pt-BR" sz="4000">
                <a:solidFill>
                  <a:srgbClr val="F6941C"/>
                </a:solidFill>
                <a:sym typeface="+mn-ea"/>
              </a:rPr>
              <a:t>Fluxo de trabalho</a:t>
            </a:r>
            <a:endParaRPr lang="en-US" altLang="pt-BR" sz="4000">
              <a:solidFill>
                <a:srgbClr val="F6941C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aixa de Texto 1"/>
          <p:cNvSpPr txBox="1"/>
          <p:nvPr/>
        </p:nvSpPr>
        <p:spPr>
          <a:xfrm>
            <a:off x="1143000" y="2026920"/>
            <a:ext cx="9622790" cy="36182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4953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-US" altLang="pt-BR" sz="2400">
                <a:sym typeface="+mn-ea"/>
              </a:rPr>
              <a:t>Trabalho Paralelo</a:t>
            </a:r>
            <a:endParaRPr lang="en-US" altLang="pt-BR" sz="2400">
              <a:sym typeface="+mn-ea"/>
            </a:endParaRPr>
          </a:p>
          <a:p>
            <a:pPr marL="4953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-US" altLang="pt-BR" sz="2400">
                <a:sym typeface="+mn-ea"/>
              </a:rPr>
              <a:t>Isolamento e Seguran</a:t>
            </a:r>
            <a:r>
              <a:rPr lang="en-US" altLang="en-US" sz="2400">
                <a:sym typeface="+mn-ea"/>
              </a:rPr>
              <a:t>ç</a:t>
            </a:r>
            <a:r>
              <a:rPr lang="en-US" altLang="pt-BR" sz="2400">
                <a:sym typeface="+mn-ea"/>
              </a:rPr>
              <a:t>a</a:t>
            </a:r>
            <a:endParaRPr lang="en-US" altLang="pt-BR" sz="2400">
              <a:sym typeface="+mn-ea"/>
            </a:endParaRPr>
          </a:p>
          <a:p>
            <a:pPr marL="4953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-US" altLang="pt-BR" sz="2400">
                <a:sym typeface="+mn-ea"/>
              </a:rPr>
              <a:t>Revis</a:t>
            </a:r>
            <a:r>
              <a:rPr lang="en-US" altLang="en-US" sz="2400">
                <a:sym typeface="+mn-ea"/>
              </a:rPr>
              <a:t>ã</a:t>
            </a:r>
            <a:r>
              <a:rPr lang="en-US" altLang="pt-BR" sz="2400">
                <a:sym typeface="+mn-ea"/>
              </a:rPr>
              <a:t>o de C</a:t>
            </a:r>
            <a:r>
              <a:rPr lang="en-US" altLang="en-US" sz="2400">
                <a:sym typeface="+mn-ea"/>
              </a:rPr>
              <a:t>ó</a:t>
            </a:r>
            <a:r>
              <a:rPr lang="en-US" altLang="pt-BR" sz="2400">
                <a:sym typeface="+mn-ea"/>
              </a:rPr>
              <a:t>digo</a:t>
            </a:r>
            <a:endParaRPr lang="en-US" altLang="pt-BR" sz="2400">
              <a:sym typeface="+mn-ea"/>
            </a:endParaRPr>
          </a:p>
          <a:p>
            <a:pPr marL="4953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-US" altLang="pt-BR" sz="2400">
                <a:sym typeface="+mn-ea"/>
              </a:rPr>
              <a:t>Hist</a:t>
            </a:r>
            <a:r>
              <a:rPr lang="en-US" altLang="en-US" sz="2400">
                <a:sym typeface="+mn-ea"/>
              </a:rPr>
              <a:t>ó</a:t>
            </a:r>
            <a:r>
              <a:rPr lang="en-US" altLang="pt-BR" sz="2400">
                <a:sym typeface="+mn-ea"/>
              </a:rPr>
              <a:t>rico Organizado</a:t>
            </a:r>
            <a:endParaRPr lang="en-US" altLang="pt-BR" sz="2400">
              <a:sym typeface="+mn-ea"/>
            </a:endParaRPr>
          </a:p>
          <a:p>
            <a:pPr marL="4953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-US" altLang="pt-BR" sz="2400">
                <a:sym typeface="+mn-ea"/>
              </a:rPr>
              <a:t>Facilidade de Rollback</a:t>
            </a:r>
            <a:endParaRPr lang="en-US" altLang="pt-BR" sz="2400">
              <a:sym typeface="+mn-ea"/>
            </a:endParaRPr>
          </a:p>
        </p:txBody>
      </p:sp>
      <p:sp>
        <p:nvSpPr>
          <p:cNvPr id="3" name="Caixa de Texto 2"/>
          <p:cNvSpPr txBox="1"/>
          <p:nvPr/>
        </p:nvSpPr>
        <p:spPr>
          <a:xfrm>
            <a:off x="1143000" y="716280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pt-BR" altLang="en-US" sz="4000">
                <a:solidFill>
                  <a:srgbClr val="F6941C"/>
                </a:solidFill>
                <a:sym typeface="+mn-ea"/>
              </a:rPr>
              <a:t>Múltiplas </a:t>
            </a:r>
            <a:r>
              <a:rPr lang="en-US" altLang="pt-BR" sz="4000">
                <a:solidFill>
                  <a:srgbClr val="F6941C"/>
                </a:solidFill>
                <a:sym typeface="+mn-ea"/>
              </a:rPr>
              <a:t>Branch</a:t>
            </a:r>
            <a:r>
              <a:rPr lang="pt-BR" altLang="en-US" sz="4000">
                <a:solidFill>
                  <a:srgbClr val="F6941C"/>
                </a:solidFill>
                <a:sym typeface="+mn-ea"/>
              </a:rPr>
              <a:t>es</a:t>
            </a:r>
            <a:endParaRPr lang="en-US" altLang="pt-BR" sz="4000">
              <a:solidFill>
                <a:srgbClr val="F6941C"/>
              </a:solidFill>
              <a:sym typeface="+mn-ea"/>
            </a:endParaRPr>
          </a:p>
        </p:txBody>
      </p:sp>
      <p:sp>
        <p:nvSpPr>
          <p:cNvPr id="4" name="Caixa de Texto 3"/>
          <p:cNvSpPr txBox="1"/>
          <p:nvPr/>
        </p:nvSpPr>
        <p:spPr>
          <a:xfrm>
            <a:off x="1717040" y="1260475"/>
            <a:ext cx="749808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pt-BR" sz="3200">
                <a:solidFill>
                  <a:srgbClr val="F6941C"/>
                </a:solidFill>
                <a:sym typeface="+mn-ea"/>
              </a:rPr>
              <a:t>Por que essa estrat</a:t>
            </a:r>
            <a:r>
              <a:rPr lang="en-US" altLang="en-US" sz="3200">
                <a:solidFill>
                  <a:srgbClr val="F6941C"/>
                </a:solidFill>
                <a:sym typeface="+mn-ea"/>
              </a:rPr>
              <a:t>é</a:t>
            </a:r>
            <a:r>
              <a:rPr lang="en-US" altLang="pt-BR" sz="3200">
                <a:solidFill>
                  <a:srgbClr val="F6941C"/>
                </a:solidFill>
                <a:sym typeface="+mn-ea"/>
              </a:rPr>
              <a:t>gia </a:t>
            </a:r>
            <a:r>
              <a:rPr lang="en-US" altLang="en-US" sz="3200">
                <a:solidFill>
                  <a:srgbClr val="F6941C"/>
                </a:solidFill>
                <a:sym typeface="+mn-ea"/>
              </a:rPr>
              <a:t>é</a:t>
            </a:r>
            <a:r>
              <a:rPr lang="en-US" altLang="pt-BR" sz="3200">
                <a:solidFill>
                  <a:srgbClr val="F6941C"/>
                </a:solidFill>
                <a:sym typeface="+mn-ea"/>
              </a:rPr>
              <a:t> adotada?</a:t>
            </a:r>
            <a:endParaRPr lang="en-US" altLang="pt-BR" sz="3200">
              <a:solidFill>
                <a:srgbClr val="F6941C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aixa de Texto 1"/>
          <p:cNvSpPr txBox="1"/>
          <p:nvPr/>
        </p:nvSpPr>
        <p:spPr>
          <a:xfrm>
            <a:off x="1143000" y="1366520"/>
            <a:ext cx="9622790" cy="42176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r>
              <a:rPr lang="en-US" altLang="pt-BR">
                <a:sym typeface="+mn-ea"/>
              </a:rPr>
              <a:t>GitFlow: Um modelo mais complexo e robusto, ideal para projetos com lan</a:t>
            </a:r>
            <a:r>
              <a:rPr lang="en-US" altLang="en-US">
                <a:sym typeface="+mn-ea"/>
              </a:rPr>
              <a:t>ç</a:t>
            </a:r>
            <a:r>
              <a:rPr lang="en-US" altLang="pt-BR">
                <a:sym typeface="+mn-ea"/>
              </a:rPr>
              <a:t>amentos agendados e que exigem um ciclo de vida de suporte mais longo. </a:t>
            </a:r>
            <a:endParaRPr lang="en-US" altLang="pt-BR">
              <a:sym typeface="+mn-ea"/>
            </a:endParaRPr>
          </a:p>
          <a:p>
            <a:pPr marL="4953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-US" altLang="pt-BR">
                <a:sym typeface="+mn-ea"/>
              </a:rPr>
              <a:t>main: Cont</a:t>
            </a:r>
            <a:r>
              <a:rPr lang="en-US" altLang="en-US">
                <a:sym typeface="+mn-ea"/>
              </a:rPr>
              <a:t>é</a:t>
            </a:r>
            <a:r>
              <a:rPr lang="en-US" altLang="pt-BR">
                <a:sym typeface="+mn-ea"/>
              </a:rPr>
              <a:t>m o c</a:t>
            </a:r>
            <a:r>
              <a:rPr lang="en-US" altLang="en-US">
                <a:sym typeface="+mn-ea"/>
              </a:rPr>
              <a:t>ó</a:t>
            </a:r>
            <a:r>
              <a:rPr lang="en-US" altLang="pt-BR">
                <a:sym typeface="+mn-ea"/>
              </a:rPr>
              <a:t>digo de produ</a:t>
            </a:r>
            <a:r>
              <a:rPr lang="en-US" altLang="en-US">
                <a:sym typeface="+mn-ea"/>
              </a:rPr>
              <a:t>ç</a:t>
            </a:r>
            <a:r>
              <a:rPr lang="en-US" altLang="en-US">
                <a:sym typeface="+mn-ea"/>
              </a:rPr>
              <a:t>ã</a:t>
            </a:r>
            <a:r>
              <a:rPr lang="en-US" altLang="pt-BR">
                <a:sym typeface="+mn-ea"/>
              </a:rPr>
              <a:t>o,</a:t>
            </a:r>
            <a:r>
              <a:rPr lang="pt-BR" altLang="en-US">
                <a:sym typeface="+mn-ea"/>
              </a:rPr>
              <a:t>a</a:t>
            </a:r>
            <a:r>
              <a:rPr lang="en-US" altLang="pt-BR">
                <a:sym typeface="+mn-ea"/>
              </a:rPr>
              <a:t> sempre est</a:t>
            </a:r>
            <a:r>
              <a:rPr lang="en-US" altLang="en-US">
                <a:sym typeface="+mn-ea"/>
              </a:rPr>
              <a:t>á</a:t>
            </a:r>
            <a:r>
              <a:rPr lang="en-US" altLang="pt-BR">
                <a:sym typeface="+mn-ea"/>
              </a:rPr>
              <a:t>vel.</a:t>
            </a:r>
            <a:endParaRPr lang="en-US" altLang="pt-BR">
              <a:sym typeface="+mn-ea"/>
            </a:endParaRPr>
          </a:p>
          <a:p>
            <a:pPr marL="4953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-US" altLang="pt-BR">
                <a:sym typeface="+mn-ea"/>
              </a:rPr>
              <a:t>develop: Cont</a:t>
            </a:r>
            <a:r>
              <a:rPr lang="en-US" altLang="en-US">
                <a:sym typeface="+mn-ea"/>
              </a:rPr>
              <a:t>é</a:t>
            </a:r>
            <a:r>
              <a:rPr lang="en-US" altLang="pt-BR">
                <a:sym typeface="+mn-ea"/>
              </a:rPr>
              <a:t>m o hist</a:t>
            </a:r>
            <a:r>
              <a:rPr lang="en-US" altLang="en-US">
                <a:sym typeface="+mn-ea"/>
              </a:rPr>
              <a:t>ó</a:t>
            </a:r>
            <a:r>
              <a:rPr lang="en-US" altLang="pt-BR">
                <a:sym typeface="+mn-ea"/>
              </a:rPr>
              <a:t>rico completo do desenvolvimento e </a:t>
            </a:r>
            <a:r>
              <a:rPr lang="en-US" altLang="en-US">
                <a:sym typeface="+mn-ea"/>
              </a:rPr>
              <a:t>é</a:t>
            </a:r>
            <a:r>
              <a:rPr lang="en-US" altLang="pt-BR">
                <a:sym typeface="+mn-ea"/>
              </a:rPr>
              <a:t> a base para novas funcionalidades.</a:t>
            </a:r>
            <a:endParaRPr lang="en-US" altLang="pt-BR">
              <a:sym typeface="+mn-ea"/>
            </a:endParaRPr>
          </a:p>
          <a:p>
            <a:pPr marL="4953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-US" altLang="pt-BR">
                <a:sym typeface="+mn-ea"/>
              </a:rPr>
              <a:t>feature: Para desenvolvimento de novas funcionalidades, criadas a partir de develop.</a:t>
            </a:r>
            <a:endParaRPr lang="en-US" altLang="pt-BR">
              <a:sym typeface="+mn-ea"/>
            </a:endParaRPr>
          </a:p>
          <a:p>
            <a:pPr marL="4953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-US" altLang="pt-BR">
                <a:sym typeface="+mn-ea"/>
              </a:rPr>
              <a:t>release: Para preparar um novo lan</a:t>
            </a:r>
            <a:r>
              <a:rPr lang="en-US" altLang="en-US">
                <a:sym typeface="+mn-ea"/>
              </a:rPr>
              <a:t>ç</a:t>
            </a:r>
            <a:r>
              <a:rPr lang="en-US" altLang="pt-BR">
                <a:sym typeface="+mn-ea"/>
              </a:rPr>
              <a:t>amento, permitindo pequenos ajustes e testes finais antes da fus</a:t>
            </a:r>
            <a:r>
              <a:rPr lang="en-US" altLang="en-US">
                <a:sym typeface="+mn-ea"/>
              </a:rPr>
              <a:t>ã</a:t>
            </a:r>
            <a:r>
              <a:rPr lang="en-US" altLang="pt-BR">
                <a:sym typeface="+mn-ea"/>
              </a:rPr>
              <a:t>o com main.</a:t>
            </a:r>
            <a:endParaRPr lang="en-US" altLang="pt-BR">
              <a:sym typeface="+mn-ea"/>
            </a:endParaRPr>
          </a:p>
          <a:p>
            <a:pPr marL="4953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-US" altLang="pt-BR">
                <a:sym typeface="+mn-ea"/>
              </a:rPr>
              <a:t>hotfix: Para corre</a:t>
            </a:r>
            <a:r>
              <a:rPr lang="en-US" altLang="en-US">
                <a:sym typeface="+mn-ea"/>
              </a:rPr>
              <a:t>çõ</a:t>
            </a:r>
            <a:r>
              <a:rPr lang="en-US" altLang="pt-BR">
                <a:sym typeface="+mn-ea"/>
              </a:rPr>
              <a:t>es urgentes em produ</a:t>
            </a:r>
            <a:r>
              <a:rPr lang="en-US" altLang="en-US">
                <a:sym typeface="+mn-ea"/>
              </a:rPr>
              <a:t>ç</a:t>
            </a:r>
            <a:r>
              <a:rPr lang="en-US" altLang="en-US">
                <a:sym typeface="+mn-ea"/>
              </a:rPr>
              <a:t>ã</a:t>
            </a:r>
            <a:r>
              <a:rPr lang="en-US" altLang="pt-BR">
                <a:sym typeface="+mn-ea"/>
              </a:rPr>
              <a:t>o, criadas a partir de main e mescladas de volta em main e develop.</a:t>
            </a:r>
            <a:endParaRPr lang="en-US" altLang="pt-BR">
              <a:sym typeface="+mn-ea"/>
            </a:endParaRPr>
          </a:p>
        </p:txBody>
      </p:sp>
      <p:sp>
        <p:nvSpPr>
          <p:cNvPr id="3" name="Caixa de Texto 2"/>
          <p:cNvSpPr txBox="1"/>
          <p:nvPr/>
        </p:nvSpPr>
        <p:spPr>
          <a:xfrm>
            <a:off x="889000" y="172085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pt-BR" altLang="en-US" sz="4000">
                <a:solidFill>
                  <a:srgbClr val="F6941C"/>
                </a:solidFill>
                <a:sym typeface="+mn-ea"/>
              </a:rPr>
              <a:t>Múltiplas </a:t>
            </a:r>
            <a:r>
              <a:rPr lang="en-US" altLang="pt-BR" sz="4000">
                <a:solidFill>
                  <a:srgbClr val="F6941C"/>
                </a:solidFill>
                <a:sym typeface="+mn-ea"/>
              </a:rPr>
              <a:t>Branch</a:t>
            </a:r>
            <a:r>
              <a:rPr lang="pt-BR" altLang="en-US" sz="4000">
                <a:solidFill>
                  <a:srgbClr val="F6941C"/>
                </a:solidFill>
                <a:sym typeface="+mn-ea"/>
              </a:rPr>
              <a:t>es</a:t>
            </a:r>
            <a:endParaRPr lang="en-US" altLang="pt-BR" sz="4000">
              <a:solidFill>
                <a:srgbClr val="F6941C"/>
              </a:solidFill>
              <a:sym typeface="+mn-ea"/>
            </a:endParaRPr>
          </a:p>
        </p:txBody>
      </p:sp>
      <p:sp>
        <p:nvSpPr>
          <p:cNvPr id="4" name="Caixa de Texto 3"/>
          <p:cNvSpPr txBox="1"/>
          <p:nvPr/>
        </p:nvSpPr>
        <p:spPr>
          <a:xfrm>
            <a:off x="1463040" y="716280"/>
            <a:ext cx="749808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pt-BR" sz="3200">
                <a:solidFill>
                  <a:srgbClr val="F6941C"/>
                </a:solidFill>
                <a:sym typeface="+mn-ea"/>
              </a:rPr>
              <a:t>Fluxos de Trabalho Comuns</a:t>
            </a:r>
            <a:endParaRPr lang="en-US" altLang="pt-BR" sz="3200">
              <a:solidFill>
                <a:srgbClr val="F6941C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Imagem 2"/>
          <p:cNvPicPr/>
          <p:nvPr/>
        </p:nvPicPr>
        <p:blipFill>
          <a:blip r:embed="rId1"/>
          <a:stretch>
            <a:fillRect/>
          </a:stretch>
        </p:blipFill>
        <p:spPr>
          <a:xfrm>
            <a:off x="1038225" y="935355"/>
            <a:ext cx="9857740" cy="4878070"/>
          </a:xfrm>
          <a:prstGeom prst="rect">
            <a:avLst/>
          </a:prstGeom>
        </p:spPr>
      </p:pic>
      <p:sp>
        <p:nvSpPr>
          <p:cNvPr id="6" name="Caixa de Texto 5"/>
          <p:cNvSpPr txBox="1"/>
          <p:nvPr/>
        </p:nvSpPr>
        <p:spPr>
          <a:xfrm>
            <a:off x="977265" y="513080"/>
            <a:ext cx="3405505" cy="21456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sz="2400">
                <a:solidFill>
                  <a:srgbClr val="F6941C"/>
                </a:solidFill>
                <a:sym typeface="+mn-ea"/>
              </a:rPr>
              <a:t>Fluxo de trabalho</a:t>
            </a:r>
            <a:endParaRPr lang="pt-BR" altLang="pt-BR" sz="2400">
              <a:solidFill>
                <a:srgbClr val="F6941C"/>
              </a:solidFill>
              <a:sym typeface="+mn-ea"/>
            </a:endParaRPr>
          </a:p>
        </p:txBody>
      </p:sp>
      <p:sp>
        <p:nvSpPr>
          <p:cNvPr id="7" name="Caixa de Texto 6"/>
          <p:cNvSpPr txBox="1"/>
          <p:nvPr/>
        </p:nvSpPr>
        <p:spPr>
          <a:xfrm>
            <a:off x="977265" y="228600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pt-BR" sz="4000">
                <a:solidFill>
                  <a:srgbClr val="F6941C"/>
                </a:solidFill>
                <a:sym typeface="+mn-ea"/>
              </a:rPr>
              <a:t>Git</a:t>
            </a:r>
            <a:r>
              <a:rPr lang="pt-BR" altLang="en-US" sz="4000">
                <a:solidFill>
                  <a:srgbClr val="F6941C"/>
                </a:solidFill>
                <a:sym typeface="+mn-ea"/>
              </a:rPr>
              <a:t> </a:t>
            </a:r>
            <a:r>
              <a:rPr lang="en-US" altLang="pt-BR" sz="4000">
                <a:solidFill>
                  <a:srgbClr val="F6941C"/>
                </a:solidFill>
                <a:sym typeface="+mn-ea"/>
              </a:rPr>
              <a:t>Flow</a:t>
            </a:r>
            <a:endParaRPr lang="en-US" altLang="pt-BR" sz="4000">
              <a:solidFill>
                <a:srgbClr val="F6941C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aixa de Texto 2"/>
          <p:cNvSpPr txBox="1"/>
          <p:nvPr/>
        </p:nvSpPr>
        <p:spPr>
          <a:xfrm>
            <a:off x="889000" y="172085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pt-BR" altLang="en-US" sz="4000">
                <a:solidFill>
                  <a:srgbClr val="F6941C"/>
                </a:solidFill>
                <a:sym typeface="+mn-ea"/>
              </a:rPr>
              <a:t>Múltiplas </a:t>
            </a:r>
            <a:r>
              <a:rPr lang="en-US" altLang="pt-BR" sz="4000">
                <a:solidFill>
                  <a:srgbClr val="F6941C"/>
                </a:solidFill>
                <a:sym typeface="+mn-ea"/>
              </a:rPr>
              <a:t>Branch</a:t>
            </a:r>
            <a:r>
              <a:rPr lang="pt-BR" altLang="en-US" sz="4000">
                <a:solidFill>
                  <a:srgbClr val="F6941C"/>
                </a:solidFill>
                <a:sym typeface="+mn-ea"/>
              </a:rPr>
              <a:t>es</a:t>
            </a:r>
            <a:endParaRPr lang="en-US" altLang="pt-BR" sz="4000">
              <a:solidFill>
                <a:srgbClr val="F6941C"/>
              </a:solidFill>
              <a:sym typeface="+mn-ea"/>
            </a:endParaRPr>
          </a:p>
        </p:txBody>
      </p:sp>
      <p:sp>
        <p:nvSpPr>
          <p:cNvPr id="4" name="Caixa de Texto 3"/>
          <p:cNvSpPr txBox="1"/>
          <p:nvPr/>
        </p:nvSpPr>
        <p:spPr>
          <a:xfrm>
            <a:off x="1463040" y="716280"/>
            <a:ext cx="749808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pt-BR" sz="3200">
                <a:solidFill>
                  <a:srgbClr val="F6941C"/>
                </a:solidFill>
                <a:sym typeface="+mn-ea"/>
              </a:rPr>
              <a:t>Fluxos de Trabalho Comuns</a:t>
            </a:r>
            <a:endParaRPr lang="en-US" altLang="pt-BR" sz="3200">
              <a:solidFill>
                <a:srgbClr val="F6941C"/>
              </a:solidFill>
              <a:sym typeface="+mn-ea"/>
            </a:endParaRPr>
          </a:p>
        </p:txBody>
      </p:sp>
      <p:sp>
        <p:nvSpPr>
          <p:cNvPr id="2" name="Caixa de Texto 1"/>
          <p:cNvSpPr txBox="1"/>
          <p:nvPr/>
        </p:nvSpPr>
        <p:spPr>
          <a:xfrm>
            <a:off x="1143000" y="1366520"/>
            <a:ext cx="9622790" cy="36182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r>
              <a:rPr lang="en-US" altLang="pt-BR">
                <a:sym typeface="+mn-ea"/>
              </a:rPr>
              <a:t>GitHub Flow: O GitHub Flow </a:t>
            </a:r>
            <a:r>
              <a:rPr lang="en-US" altLang="en-US">
                <a:sym typeface="+mn-ea"/>
              </a:rPr>
              <a:t>é</a:t>
            </a:r>
            <a:r>
              <a:rPr lang="en-US" altLang="pt-BR">
                <a:sym typeface="+mn-ea"/>
              </a:rPr>
              <a:t> uma metodologia pr</a:t>
            </a:r>
            <a:r>
              <a:rPr lang="en-US" altLang="en-US">
                <a:sym typeface="+mn-ea"/>
              </a:rPr>
              <a:t>á</a:t>
            </a:r>
            <a:r>
              <a:rPr lang="en-US" altLang="pt-BR">
                <a:sym typeface="+mn-ea"/>
              </a:rPr>
              <a:t>tica e direta que se adapta bem a projetos que necessitam de um ciclo de lan</a:t>
            </a:r>
            <a:r>
              <a:rPr lang="en-US" altLang="en-US">
                <a:sym typeface="+mn-ea"/>
              </a:rPr>
              <a:t>ç</a:t>
            </a:r>
            <a:r>
              <a:rPr lang="en-US" altLang="pt-BR">
                <a:sym typeface="+mn-ea"/>
              </a:rPr>
              <a:t>amento r</a:t>
            </a:r>
            <a:r>
              <a:rPr lang="en-US" altLang="en-US">
                <a:sym typeface="+mn-ea"/>
              </a:rPr>
              <a:t>á</a:t>
            </a:r>
            <a:r>
              <a:rPr lang="en-US" altLang="pt-BR">
                <a:sym typeface="+mn-ea"/>
              </a:rPr>
              <a:t>pido e cont</a:t>
            </a:r>
            <a:r>
              <a:rPr lang="en-US" altLang="en-US">
                <a:sym typeface="+mn-ea"/>
              </a:rPr>
              <a:t>í</a:t>
            </a:r>
            <a:r>
              <a:rPr lang="en-US" altLang="pt-BR">
                <a:sym typeface="+mn-ea"/>
              </a:rPr>
              <a:t>nuo</a:t>
            </a:r>
            <a:r>
              <a:rPr lang="pt-BR" altLang="en-US">
                <a:sym typeface="+mn-ea"/>
              </a:rPr>
              <a:t>, em </a:t>
            </a:r>
            <a:r>
              <a:rPr lang="en-US" altLang="pt-BR">
                <a:sym typeface="+mn-ea"/>
              </a:rPr>
              <a:t>um processo direto e c</a:t>
            </a:r>
            <a:r>
              <a:rPr lang="en-US" altLang="en-US">
                <a:sym typeface="+mn-ea"/>
              </a:rPr>
              <a:t>í</a:t>
            </a:r>
            <a:r>
              <a:rPr lang="en-US" altLang="pt-BR">
                <a:sym typeface="+mn-ea"/>
              </a:rPr>
              <a:t>clico: </a:t>
            </a:r>
            <a:endParaRPr lang="en-US" altLang="pt-BR"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endParaRPr lang="en-US" altLang="pt-BR"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r>
              <a:rPr lang="en-US" altLang="pt-BR">
                <a:sym typeface="+mn-ea"/>
              </a:rPr>
              <a:t>A branch main </a:t>
            </a:r>
            <a:r>
              <a:rPr lang="en-US" altLang="en-US">
                <a:sym typeface="+mn-ea"/>
              </a:rPr>
              <a:t>é</a:t>
            </a:r>
            <a:r>
              <a:rPr lang="en-US" altLang="pt-BR">
                <a:sym typeface="+mn-ea"/>
              </a:rPr>
              <a:t> sempre </a:t>
            </a:r>
            <a:r>
              <a:rPr lang="pt-BR" altLang="en-US">
                <a:sym typeface="+mn-ea"/>
              </a:rPr>
              <a:t>o ambiente de produção</a:t>
            </a:r>
            <a:endParaRPr lang="pt-BR" altLang="en-US">
              <a:sym typeface="+mn-ea"/>
            </a:endParaRPr>
          </a:p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None/>
            </a:pPr>
            <a:r>
              <a:rPr lang="pt-BR" altLang="en-US">
                <a:sym typeface="+mn-ea"/>
              </a:rPr>
              <a:t>Ciclo:</a:t>
            </a:r>
            <a:endParaRPr lang="en-US" altLang="pt-BR">
              <a:sym typeface="+mn-ea"/>
            </a:endParaRPr>
          </a:p>
          <a:p>
            <a:pPr marL="89535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-US" altLang="pt-BR">
                <a:sym typeface="+mn-ea"/>
              </a:rPr>
              <a:t>Crie branches de funcionalidade (feature branches)</a:t>
            </a:r>
            <a:endParaRPr lang="en-US" altLang="pt-BR">
              <a:sym typeface="+mn-ea"/>
            </a:endParaRPr>
          </a:p>
          <a:p>
            <a:pPr marL="89535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-US" altLang="pt-BR">
                <a:sym typeface="+mn-ea"/>
              </a:rPr>
              <a:t>Trabalhe, Commite e Envie (Push):</a:t>
            </a:r>
            <a:endParaRPr lang="en-US" altLang="pt-BR">
              <a:sym typeface="+mn-ea"/>
            </a:endParaRPr>
          </a:p>
          <a:p>
            <a:pPr marL="89535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-US" altLang="pt-BR">
                <a:sym typeface="+mn-ea"/>
              </a:rPr>
              <a:t>Revise e Discuta</a:t>
            </a:r>
            <a:endParaRPr lang="en-US" altLang="pt-BR">
              <a:sym typeface="+mn-ea"/>
            </a:endParaRPr>
          </a:p>
          <a:p>
            <a:pPr marL="89535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-US" altLang="pt-BR">
                <a:sym typeface="+mn-ea"/>
              </a:rPr>
              <a:t>Mescle</a:t>
            </a:r>
            <a:r>
              <a:rPr lang="pt-BR" altLang="en-US">
                <a:sym typeface="+mn-ea"/>
              </a:rPr>
              <a:t> e Implante</a:t>
            </a:r>
            <a:endParaRPr lang="pt-BR" altLang="en-US">
              <a:sym typeface="+mn-ea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1143000" y="1000760"/>
            <a:ext cx="3405505" cy="21456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52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sz="2400">
                <a:solidFill>
                  <a:srgbClr val="F6941C"/>
                </a:solidFill>
                <a:sym typeface="+mn-ea"/>
              </a:rPr>
              <a:t>Fluxo de trabalho</a:t>
            </a:r>
            <a:endParaRPr lang="pt-BR" altLang="pt-BR" sz="2400">
              <a:solidFill>
                <a:srgbClr val="F6941C"/>
              </a:solidFill>
              <a:sym typeface="+mn-ea"/>
            </a:endParaRPr>
          </a:p>
        </p:txBody>
      </p:sp>
      <p:sp>
        <p:nvSpPr>
          <p:cNvPr id="5" name="Caixa de Texto 4"/>
          <p:cNvSpPr txBox="1"/>
          <p:nvPr/>
        </p:nvSpPr>
        <p:spPr>
          <a:xfrm>
            <a:off x="1143000" y="716280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pt-BR" sz="4000">
                <a:solidFill>
                  <a:srgbClr val="F6941C"/>
                </a:solidFill>
                <a:sym typeface="+mn-ea"/>
              </a:rPr>
              <a:t>Git</a:t>
            </a:r>
            <a:r>
              <a:rPr lang="pt-BR" altLang="en-US" sz="4000">
                <a:solidFill>
                  <a:srgbClr val="F6941C"/>
                </a:solidFill>
                <a:sym typeface="+mn-ea"/>
              </a:rPr>
              <a:t>hub </a:t>
            </a:r>
            <a:r>
              <a:rPr lang="en-US" altLang="pt-BR" sz="4000">
                <a:solidFill>
                  <a:srgbClr val="F6941C"/>
                </a:solidFill>
                <a:sym typeface="+mn-ea"/>
              </a:rPr>
              <a:t>Flow</a:t>
            </a:r>
            <a:endParaRPr lang="en-US" altLang="pt-BR" sz="4000">
              <a:solidFill>
                <a:srgbClr val="F6941C"/>
              </a:solidFill>
              <a:sym typeface="+mn-ea"/>
            </a:endParaRPr>
          </a:p>
        </p:txBody>
      </p:sp>
      <p:pic>
        <p:nvPicPr>
          <p:cNvPr id="6" name="Imagem 5"/>
          <p:cNvPicPr/>
          <p:nvPr/>
        </p:nvPicPr>
        <p:blipFill>
          <a:blip r:embed="rId1"/>
          <a:stretch>
            <a:fillRect/>
          </a:stretch>
        </p:blipFill>
        <p:spPr>
          <a:xfrm>
            <a:off x="1475105" y="1588770"/>
            <a:ext cx="9693910" cy="4641850"/>
          </a:xfrm>
          <a:prstGeom prst="rect">
            <a:avLst/>
          </a:prstGeom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3" name="Google Shape;393;p64"/>
          <p:cNvSpPr txBox="1"/>
          <p:nvPr/>
        </p:nvSpPr>
        <p:spPr>
          <a:xfrm>
            <a:off x="1984950" y="428404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 panose="02000000000000000000"/>
              <a:buNone/>
              <a:defRPr sz="42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pt-BR" sz="4800">
                <a:solidFill>
                  <a:srgbClr val="F6941C"/>
                </a:solidFill>
              </a:rPr>
              <a:t> </a:t>
            </a:r>
            <a:r>
              <a:rPr lang="pt-BR" altLang="en-US" sz="4800">
                <a:solidFill>
                  <a:srgbClr val="F6941C"/>
                </a:solidFill>
              </a:rPr>
              <a:t>G</a:t>
            </a:r>
            <a:r>
              <a:rPr lang="en-US" altLang="pt-BR" sz="4800">
                <a:solidFill>
                  <a:srgbClr val="F6941C"/>
                </a:solidFill>
              </a:rPr>
              <a:t>erenciar mudan</a:t>
            </a:r>
            <a:r>
              <a:rPr lang="en-US" altLang="en-US" sz="4800">
                <a:solidFill>
                  <a:srgbClr val="F6941C"/>
                </a:solidFill>
              </a:rPr>
              <a:t>ç</a:t>
            </a:r>
            <a:r>
              <a:rPr lang="en-US" altLang="pt-BR" sz="4800">
                <a:solidFill>
                  <a:srgbClr val="F6941C"/>
                </a:solidFill>
              </a:rPr>
              <a:t>as e hist</a:t>
            </a:r>
            <a:r>
              <a:rPr lang="en-US" altLang="en-US" sz="4800">
                <a:solidFill>
                  <a:srgbClr val="F6941C"/>
                </a:solidFill>
              </a:rPr>
              <a:t>ó</a:t>
            </a:r>
            <a:r>
              <a:rPr lang="en-US" altLang="pt-BR" sz="4800">
                <a:solidFill>
                  <a:srgbClr val="F6941C"/>
                </a:solidFill>
              </a:rPr>
              <a:t>rico</a:t>
            </a:r>
            <a:r>
              <a:rPr lang="pt-BR" altLang="en-US" sz="4800">
                <a:solidFill>
                  <a:srgbClr val="F6941C"/>
                </a:solidFill>
              </a:rPr>
              <a:t> Branch e Remoto</a:t>
            </a:r>
            <a:r>
              <a:rPr lang="en-US" altLang="pt-BR" sz="4800">
                <a:solidFill>
                  <a:srgbClr val="F6941C"/>
                </a:solidFill>
              </a:rPr>
              <a:t> </a:t>
            </a:r>
            <a:endParaRPr lang="en-US" altLang="pt-BR" sz="4800">
              <a:solidFill>
                <a:srgbClr val="F6941C"/>
              </a:solidFill>
            </a:endParaRPr>
          </a:p>
        </p:txBody>
      </p:sp>
      <p:pic>
        <p:nvPicPr>
          <p:cNvPr id="179" name="Google Shape;179;p31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751580" y="694055"/>
            <a:ext cx="5461000" cy="32651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22926</Words>
  <Application>WPS Presentation</Application>
  <PresentationFormat>宽屏</PresentationFormat>
  <Paragraphs>1057</Paragraphs>
  <Slides>141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141</vt:i4>
      </vt:variant>
    </vt:vector>
  </HeadingPairs>
  <TitlesOfParts>
    <vt:vector size="156" baseType="lpstr">
      <vt:lpstr>Arial</vt:lpstr>
      <vt:lpstr>SimSun</vt:lpstr>
      <vt:lpstr>Wingdings</vt:lpstr>
      <vt:lpstr>Calibri Light</vt:lpstr>
      <vt:lpstr>Arial</vt:lpstr>
      <vt:lpstr>Roboto</vt:lpstr>
      <vt:lpstr>Times New Roman</vt:lpstr>
      <vt:lpstr>Calibri</vt:lpstr>
      <vt:lpstr>Microsoft YaHei</vt:lpstr>
      <vt:lpstr>Arial Unicode MS</vt:lpstr>
      <vt:lpstr>Google Sans</vt:lpstr>
      <vt:lpstr>Segoe Print</vt:lpstr>
      <vt:lpstr>Source Code Pro</vt:lpstr>
      <vt:lpstr>Open Sans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Jean Max</cp:lastModifiedBy>
  <cp:revision>31</cp:revision>
  <dcterms:created xsi:type="dcterms:W3CDTF">2025-07-23T00:59:00Z</dcterms:created>
  <dcterms:modified xsi:type="dcterms:W3CDTF">2025-11-26T19:41:32Z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1046-12.2.0.23155</vt:lpwstr>
  </property>
  <property fmtid="{D5CDD505-2E9C-101B-9397-08002B2CF9AE}" pid="3" name="ICV">
    <vt:lpwstr>1DF3E750EB604AD39312ECA358A32626_13</vt:lpwstr>
  </property>
</Properties>
</file>